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7BBF578F_ED886971.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comments/modernComment_7BBF5796_ED99224E.xml" ContentType="application/vnd.ms-powerpoint.comments+xml"/>
  <Override PartName="/ppt/notesSlides/notesSlide4.xml" ContentType="application/vnd.openxmlformats-officedocument.presentationml.notesSlide+xml"/>
  <Override PartName="/ppt/comments/modernComment_7BBF5795_E4D899E3.xml" ContentType="application/vnd.ms-powerpoint.comments+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comments/modernComment_7BBF5791_8474DF0E.xml" ContentType="application/vnd.ms-powerpoint.comments+xml"/>
  <Override PartName="/ppt/notesSlides/notesSlide6.xml" ContentType="application/vnd.openxmlformats-officedocument.presentationml.notesSlide+xml"/>
  <Override PartName="/ppt/comments/modernComment_7BBF5792_F6775C34.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5"/>
  </p:notesMasterIdLst>
  <p:sldIdLst>
    <p:sldId id="2076137175" r:id="rId2"/>
    <p:sldId id="2076137359" r:id="rId3"/>
    <p:sldId id="2076137366" r:id="rId4"/>
    <p:sldId id="2076137365" r:id="rId5"/>
    <p:sldId id="2076137361" r:id="rId6"/>
    <p:sldId id="2076137362" r:id="rId7"/>
    <p:sldId id="2076137368" r:id="rId8"/>
    <p:sldId id="2076137371" r:id="rId9"/>
    <p:sldId id="2076137372" r:id="rId10"/>
    <p:sldId id="2076137369" r:id="rId11"/>
    <p:sldId id="2076137370" r:id="rId12"/>
    <p:sldId id="2076137373" r:id="rId13"/>
    <p:sldId id="2076137364"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41D8B98-483F-74EF-7ECF-E3886A2D2BF2}" name="Eric Silva Latorre" initials="ES" userId="74806c10bc288813" providerId="Windows Live"/>
  <p188:author id="{FB1660F4-BA9A-82B8-C334-CF91C75A5656}" name="Ruth Marcela Espinosa Sarmiento" initials="RS" userId="S::ruth.espinosa@unab.cl::2acad1b5-36c7-4a86-bd14-a01055d811d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236D"/>
    <a:srgbClr val="B63C0F"/>
    <a:srgbClr val="A4C93C"/>
    <a:srgbClr val="01BF9F"/>
    <a:srgbClr val="4A7AEB"/>
    <a:srgbClr val="00644F"/>
    <a:srgbClr val="40306E"/>
    <a:srgbClr val="41BBD2"/>
    <a:srgbClr val="43546A"/>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40" autoAdjust="0"/>
    <p:restoredTop sz="94674"/>
  </p:normalViewPr>
  <p:slideViewPr>
    <p:cSldViewPr snapToGrid="0">
      <p:cViewPr varScale="1">
        <p:scale>
          <a:sx n="138" d="100"/>
          <a:sy n="138" d="100"/>
        </p:scale>
        <p:origin x="330"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modernComment_7BBF578F_ED886971.xml><?xml version="1.0" encoding="utf-8"?>
<p188:cmLst xmlns:a="http://schemas.openxmlformats.org/drawingml/2006/main" xmlns:r="http://schemas.openxmlformats.org/officeDocument/2006/relationships" xmlns:p188="http://schemas.microsoft.com/office/powerpoint/2018/8/main">
  <p188:cm id="{D6F4DB02-C0E5-4A90-8AD8-A7370D20E2A9}" authorId="{F41D8B98-483F-74EF-7ECF-E3886A2D2BF2}" created="2025-11-16T00:47:47.916">
    <pc:sldMkLst xmlns:pc="http://schemas.microsoft.com/office/powerpoint/2013/main/command">
      <pc:docMk/>
      <pc:sldMk cId="3985140081" sldId="2076137359"/>
    </pc:sldMkLst>
    <p188:txBody>
      <a:bodyPr/>
      <a:lstStyle/>
      <a:p>
        <a:r>
          <a:rPr lang="es-CL"/>
          <a:t>En nuestro trabajo de investigación, abordamos una aplicación de Ciencia de Datos en salud pública chilena: modelos predictivos para diagnóstico de cáncer colorrectal."
Seleccionamos este estudio—publicado en la Revista Médica de Chile—porque combina técnicas que estamos aprendiendo con un problema real: cómo optimizar la derivación de pacientes en un sistema con recursos limitados.
Durante la presentación vamos a exponer el contexto del problema, los objetivos, la metodología empleada, los resultados, y una discusión crítica sobre ventajas y limitaciones.
Empecemos por el contexto...</a:t>
        </a:r>
      </a:p>
    </p188:txBody>
  </p188:cm>
</p188:cmLst>
</file>

<file path=ppt/comments/modernComment_7BBF5791_8474DF0E.xml><?xml version="1.0" encoding="utf-8"?>
<p188:cmLst xmlns:a="http://schemas.openxmlformats.org/drawingml/2006/main" xmlns:r="http://schemas.openxmlformats.org/officeDocument/2006/relationships" xmlns:p188="http://schemas.microsoft.com/office/powerpoint/2018/8/main">
  <p188:cm id="{6919AEB8-78BB-4D21-A5F1-D317F909E041}" authorId="{F41D8B98-483F-74EF-7ECF-E3886A2D2BF2}" created="2025-11-15T23:30:03.198">
    <pc:sldMkLst xmlns:pc="http://schemas.microsoft.com/office/powerpoint/2013/main/command">
      <pc:docMk/>
      <pc:sldMk cId="2222251790" sldId="2076137361"/>
    </pc:sldMkLst>
    <p188:txBody>
      <a:bodyPr/>
      <a:lstStyle/>
      <a:p>
        <a:r>
          <a:rPr lang="es-CL"/>
          <a:t>A la izquierda tenemos pacientes con síntomas sospechosos que son evaluados según las guías GES.
Estos pacientes son derivados a colonoscopia—un procedimiento costoso que requiere equipamiento especializado y personal capacitado. Los medidores de riesgo representan que hay pacientes de alto, medio y bajo riesgo, pero actualmente no hay forma sistemática de diferenciarlos."
El resultado es que solo el 13% de los pacientes derivados realmente tienen cáncer colorrectal. Esto significa que el 87% de las colonoscopias no detectan neoplasia.
Éste es nuestro problema central en donde existe una dificultad de priorización. El sistema enfrenta procedimientos costosos, capacidad limitada de equipos y personal, y la necesidad urgente de optimizar recursos.
Sin un sistema predictivo, pacientes de alto riesgo pueden esperar lo mismo que pacientes de bajo riesgo, retrasando diagnósticos críticos y utilizando recursos ineficientemente.</a:t>
        </a:r>
      </a:p>
    </p188:txBody>
  </p188:cm>
</p188:cmLst>
</file>

<file path=ppt/comments/modernComment_7BBF5792_F6775C34.xml><?xml version="1.0" encoding="utf-8"?>
<p188:cmLst xmlns:a="http://schemas.openxmlformats.org/drawingml/2006/main" xmlns:r="http://schemas.openxmlformats.org/officeDocument/2006/relationships" xmlns:p188="http://schemas.microsoft.com/office/powerpoint/2018/8/main">
  <p188:cm id="{98B65F0B-E48C-4BF0-BD0F-8DCE81250F4C}" authorId="{F41D8B98-483F-74EF-7ECF-E3886A2D2BF2}" created="2025-11-15T23:24:45.330">
    <pc:sldMkLst xmlns:pc="http://schemas.microsoft.com/office/powerpoint/2013/main/command">
      <pc:docMk/>
      <pc:sldMk cId="4135017524" sldId="2076137362"/>
    </pc:sldMkLst>
    <p188:txBody>
      <a:bodyPr/>
      <a:lstStyle/>
      <a:p>
        <a:r>
          <a:rPr lang="es-CL"/>
          <a:t>La metodología del estudio fue un diseño retrospectivo analítico, es decir, se analizaron datos históricos de pacientes que ya habían sido atendidos.
Se evaluaron 1,099 pacientes derivados a colonoscopia entre julio 2016 y diciembre 2021 en el Hospital Guillermo Grant Benavente de Concepción. Se analizaron 16 variables en total: 10 provenientes de las guías GES y 6 adicionales de interés clínico.
La técnica principal fue regresión logística binaria, que es apropiada para este tipo de problema porque la variable dependiente es binaria: el paciente tiene o no tiene cáncer colorrectal. Esta técnica es ampliamente aceptada en investigación médica porque además de predecir, permite interpretar el efecto de cada variable</a:t>
        </a:r>
      </a:p>
    </p188:txBody>
  </p188:cm>
</p188:cmLst>
</file>

<file path=ppt/comments/modernComment_7BBF5795_E4D899E3.xml><?xml version="1.0" encoding="utf-8"?>
<p188:cmLst xmlns:a="http://schemas.openxmlformats.org/drawingml/2006/main" xmlns:r="http://schemas.openxmlformats.org/officeDocument/2006/relationships" xmlns:p188="http://schemas.microsoft.com/office/powerpoint/2018/8/main">
  <p188:cm id="{E726EA32-7390-490F-962C-43357F246E4C}" authorId="{F41D8B98-483F-74EF-7ECF-E3886A2D2BF2}" created="2025-11-15T23:28:15.715">
    <pc:sldMkLst xmlns:pc="http://schemas.microsoft.com/office/powerpoint/2013/main/command">
      <pc:docMk/>
      <pc:sldMk cId="3839400419" sldId="2076137365"/>
    </pc:sldMkLst>
    <p188:txBody>
      <a:bodyPr/>
      <a:lstStyle/>
      <a:p>
        <a:r>
          <a:rPr lang="es-CL"/>
          <a:t>El objetivo principal fue desarrollar un modelo predictivo que identifique qué pacientes tienen mayor probabilidad de tener cáncer colorrectal, usando síntomas clínicos. Esto permitiría priorizar las colonoscopias para los casos de mayor riesgo y optimizar los recursos limitados del sistema público chileno."</a:t>
        </a:r>
      </a:p>
    </p188:txBody>
  </p188:cm>
</p188:cmLst>
</file>

<file path=ppt/comments/modernComment_7BBF5796_ED99224E.xml><?xml version="1.0" encoding="utf-8"?>
<p188:cmLst xmlns:a="http://schemas.openxmlformats.org/drawingml/2006/main" xmlns:r="http://schemas.openxmlformats.org/officeDocument/2006/relationships" xmlns:p188="http://schemas.microsoft.com/office/powerpoint/2018/8/main">
  <p188:cm id="{0661420B-078B-441D-9EAC-9811E56BA576}" authorId="{F41D8B98-483F-74EF-7ECF-E3886A2D2BF2}" created="2025-11-15T19:26:49.164">
    <ac:deMkLst xmlns:ac="http://schemas.microsoft.com/office/drawing/2013/main/command">
      <pc:docMk xmlns:pc="http://schemas.microsoft.com/office/powerpoint/2013/main/command"/>
      <pc:sldMk xmlns:pc="http://schemas.microsoft.com/office/powerpoint/2013/main/command" cId="3986235982" sldId="2076137366"/>
      <ac:spMk id="5" creationId="{DA79A54B-4E4B-1859-3196-338F21D316A1}"/>
    </ac:deMkLst>
    <p188:txBody>
      <a:bodyPr/>
      <a:lstStyle/>
      <a:p>
        <a:r>
          <a:rPr lang="es-CL"/>
          <a:t>El estudios de desarrolla en el contexto del sistema público de salud chileno, específicamente bajo el marco de las garantías explicitas en salud (GES), que establece que pacientes con sospecha de cáncer colorrectal deben recibir una colonoscopía dentro de 45 días.  
Sin embargo, la correlación entre los síntomas establecidos en las guías GES y el diagnóstico real del CRC no había sido analizada sistemáticamente.</a:t>
        </a:r>
      </a:p>
    </p188:txBody>
  </p188:cm>
</p188:cmLst>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7F67478-54D9-4B0B-9A03-A21D7575795F}"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s-CL"/>
        </a:p>
      </dgm:t>
    </dgm:pt>
    <dgm:pt modelId="{6836BD31-2BDF-4CD5-8450-B40A19B75971}">
      <dgm:prSet phldrT="[Texto]" phldr="0"/>
      <dgm:spPr/>
      <dgm:t>
        <a:bodyPr/>
        <a:lstStyle/>
        <a:p>
          <a:r>
            <a:rPr lang="es-CL" dirty="0"/>
            <a:t>Contexto</a:t>
          </a:r>
        </a:p>
      </dgm:t>
    </dgm:pt>
    <dgm:pt modelId="{A132D41C-D890-4BD8-B40F-D6FAF9344DE0}" type="parTrans" cxnId="{57C3D6BF-CDA1-44D6-91AB-26FCB35F701C}">
      <dgm:prSet/>
      <dgm:spPr/>
      <dgm:t>
        <a:bodyPr/>
        <a:lstStyle/>
        <a:p>
          <a:endParaRPr lang="es-CL"/>
        </a:p>
      </dgm:t>
    </dgm:pt>
    <dgm:pt modelId="{A8D1C80F-0BA5-49A0-A7D4-0C02AA25FE1E}" type="sibTrans" cxnId="{57C3D6BF-CDA1-44D6-91AB-26FCB35F701C}">
      <dgm:prSet/>
      <dgm:spPr/>
      <dgm:t>
        <a:bodyPr/>
        <a:lstStyle/>
        <a:p>
          <a:endParaRPr lang="es-CL"/>
        </a:p>
      </dgm:t>
    </dgm:pt>
    <dgm:pt modelId="{AEA42B3C-BDA0-4798-8E7A-DDEAAD7CD145}">
      <dgm:prSet phldrT="[Texto]" phldr="0"/>
      <dgm:spPr/>
      <dgm:t>
        <a:bodyPr/>
        <a:lstStyle/>
        <a:p>
          <a:r>
            <a:rPr lang="es-CL" dirty="0"/>
            <a:t>Objetivos</a:t>
          </a:r>
        </a:p>
      </dgm:t>
    </dgm:pt>
    <dgm:pt modelId="{47DADE20-7E86-43F2-9791-DEA892D2E989}" type="parTrans" cxnId="{71850FD5-07C8-4352-9B4D-47DC5ED84706}">
      <dgm:prSet/>
      <dgm:spPr/>
      <dgm:t>
        <a:bodyPr/>
        <a:lstStyle/>
        <a:p>
          <a:endParaRPr lang="es-CL"/>
        </a:p>
      </dgm:t>
    </dgm:pt>
    <dgm:pt modelId="{86776166-9EBF-44A5-900D-22DED3F568AB}" type="sibTrans" cxnId="{71850FD5-07C8-4352-9B4D-47DC5ED84706}">
      <dgm:prSet/>
      <dgm:spPr/>
      <dgm:t>
        <a:bodyPr/>
        <a:lstStyle/>
        <a:p>
          <a:endParaRPr lang="es-CL"/>
        </a:p>
      </dgm:t>
    </dgm:pt>
    <dgm:pt modelId="{FCCEDDE4-BCBB-4CFA-8C78-E354A38ECD97}">
      <dgm:prSet phldrT="[Texto]" phldr="0"/>
      <dgm:spPr/>
      <dgm:t>
        <a:bodyPr/>
        <a:lstStyle/>
        <a:p>
          <a:r>
            <a:rPr lang="es-CL" dirty="0"/>
            <a:t>Resultados</a:t>
          </a:r>
        </a:p>
      </dgm:t>
    </dgm:pt>
    <dgm:pt modelId="{59B9707C-8B40-4919-8429-2AFF5E6B2BFA}" type="parTrans" cxnId="{BC0FF288-EDBD-4310-BB61-2F12CEA1785F}">
      <dgm:prSet/>
      <dgm:spPr/>
      <dgm:t>
        <a:bodyPr/>
        <a:lstStyle/>
        <a:p>
          <a:endParaRPr lang="es-CL"/>
        </a:p>
      </dgm:t>
    </dgm:pt>
    <dgm:pt modelId="{5D545422-5B6A-4502-93F9-4B3B68541570}" type="sibTrans" cxnId="{BC0FF288-EDBD-4310-BB61-2F12CEA1785F}">
      <dgm:prSet/>
      <dgm:spPr/>
      <dgm:t>
        <a:bodyPr/>
        <a:lstStyle/>
        <a:p>
          <a:endParaRPr lang="es-CL"/>
        </a:p>
      </dgm:t>
    </dgm:pt>
    <dgm:pt modelId="{1310C5F0-D649-4B0F-AD16-6BD9015D4906}">
      <dgm:prSet phldrT="[Texto]" phldr="0"/>
      <dgm:spPr/>
      <dgm:t>
        <a:bodyPr/>
        <a:lstStyle/>
        <a:p>
          <a:r>
            <a:rPr lang="es-CL" dirty="0"/>
            <a:t>Metodología</a:t>
          </a:r>
        </a:p>
      </dgm:t>
    </dgm:pt>
    <dgm:pt modelId="{A142671D-4D08-4457-9B41-6D1561D28607}" type="parTrans" cxnId="{2CD5A14C-B4F8-4FED-8D8F-685FFF726E2C}">
      <dgm:prSet/>
      <dgm:spPr/>
      <dgm:t>
        <a:bodyPr/>
        <a:lstStyle/>
        <a:p>
          <a:endParaRPr lang="es-CL"/>
        </a:p>
      </dgm:t>
    </dgm:pt>
    <dgm:pt modelId="{ADD42979-CD44-4EE5-A03A-8478A9296814}" type="sibTrans" cxnId="{2CD5A14C-B4F8-4FED-8D8F-685FFF726E2C}">
      <dgm:prSet/>
      <dgm:spPr/>
      <dgm:t>
        <a:bodyPr/>
        <a:lstStyle/>
        <a:p>
          <a:endParaRPr lang="es-CL"/>
        </a:p>
      </dgm:t>
    </dgm:pt>
    <dgm:pt modelId="{39C23D9A-F99C-4FDC-B4DC-3F8C361B07B0}" type="pres">
      <dgm:prSet presAssocID="{E7F67478-54D9-4B0B-9A03-A21D7575795F}" presName="Name0" presStyleCnt="0">
        <dgm:presLayoutVars>
          <dgm:dir/>
          <dgm:resizeHandles val="exact"/>
        </dgm:presLayoutVars>
      </dgm:prSet>
      <dgm:spPr/>
    </dgm:pt>
    <dgm:pt modelId="{337591AE-6555-4F75-9113-7A7FAA107325}" type="pres">
      <dgm:prSet presAssocID="{6836BD31-2BDF-4CD5-8450-B40A19B75971}" presName="node" presStyleLbl="node1" presStyleIdx="0" presStyleCnt="4">
        <dgm:presLayoutVars>
          <dgm:bulletEnabled val="1"/>
        </dgm:presLayoutVars>
      </dgm:prSet>
      <dgm:spPr/>
    </dgm:pt>
    <dgm:pt modelId="{D5A75AE2-0C65-43F3-A77C-1B98C363F9D8}" type="pres">
      <dgm:prSet presAssocID="{A8D1C80F-0BA5-49A0-A7D4-0C02AA25FE1E}" presName="sibTrans" presStyleLbl="sibTrans2D1" presStyleIdx="0" presStyleCnt="3"/>
      <dgm:spPr/>
    </dgm:pt>
    <dgm:pt modelId="{985911DD-A1A8-46D0-8793-12C7FF56F03C}" type="pres">
      <dgm:prSet presAssocID="{A8D1C80F-0BA5-49A0-A7D4-0C02AA25FE1E}" presName="connectorText" presStyleLbl="sibTrans2D1" presStyleIdx="0" presStyleCnt="3"/>
      <dgm:spPr/>
    </dgm:pt>
    <dgm:pt modelId="{3B671785-4A69-4752-8ACD-8F63B137CE87}" type="pres">
      <dgm:prSet presAssocID="{AEA42B3C-BDA0-4798-8E7A-DDEAAD7CD145}" presName="node" presStyleLbl="node1" presStyleIdx="1" presStyleCnt="4">
        <dgm:presLayoutVars>
          <dgm:bulletEnabled val="1"/>
        </dgm:presLayoutVars>
      </dgm:prSet>
      <dgm:spPr/>
    </dgm:pt>
    <dgm:pt modelId="{49321268-7CB5-496D-A373-97DAF59D1EB5}" type="pres">
      <dgm:prSet presAssocID="{86776166-9EBF-44A5-900D-22DED3F568AB}" presName="sibTrans" presStyleLbl="sibTrans2D1" presStyleIdx="1" presStyleCnt="3"/>
      <dgm:spPr/>
    </dgm:pt>
    <dgm:pt modelId="{4446F919-E241-48C2-AA97-1771423B086E}" type="pres">
      <dgm:prSet presAssocID="{86776166-9EBF-44A5-900D-22DED3F568AB}" presName="connectorText" presStyleLbl="sibTrans2D1" presStyleIdx="1" presStyleCnt="3"/>
      <dgm:spPr/>
    </dgm:pt>
    <dgm:pt modelId="{AEDD0B79-EB03-4389-8BD5-3D46123C0587}" type="pres">
      <dgm:prSet presAssocID="{1310C5F0-D649-4B0F-AD16-6BD9015D4906}" presName="node" presStyleLbl="node1" presStyleIdx="2" presStyleCnt="4">
        <dgm:presLayoutVars>
          <dgm:bulletEnabled val="1"/>
        </dgm:presLayoutVars>
      </dgm:prSet>
      <dgm:spPr/>
    </dgm:pt>
    <dgm:pt modelId="{A049C9E4-2F13-471B-8696-6D2F3DF97271}" type="pres">
      <dgm:prSet presAssocID="{ADD42979-CD44-4EE5-A03A-8478A9296814}" presName="sibTrans" presStyleLbl="sibTrans2D1" presStyleIdx="2" presStyleCnt="3"/>
      <dgm:spPr/>
    </dgm:pt>
    <dgm:pt modelId="{B72028E5-6B62-461D-BCD2-2FA776BF77C3}" type="pres">
      <dgm:prSet presAssocID="{ADD42979-CD44-4EE5-A03A-8478A9296814}" presName="connectorText" presStyleLbl="sibTrans2D1" presStyleIdx="2" presStyleCnt="3"/>
      <dgm:spPr/>
    </dgm:pt>
    <dgm:pt modelId="{CB9D8AB9-D5D1-4FBC-86B5-D1E7F2AA95D9}" type="pres">
      <dgm:prSet presAssocID="{FCCEDDE4-BCBB-4CFA-8C78-E354A38ECD97}" presName="node" presStyleLbl="node1" presStyleIdx="3" presStyleCnt="4">
        <dgm:presLayoutVars>
          <dgm:bulletEnabled val="1"/>
        </dgm:presLayoutVars>
      </dgm:prSet>
      <dgm:spPr/>
    </dgm:pt>
  </dgm:ptLst>
  <dgm:cxnLst>
    <dgm:cxn modelId="{8CA95401-5D19-433F-82CE-C56FE0649010}" type="presOf" srcId="{E7F67478-54D9-4B0B-9A03-A21D7575795F}" destId="{39C23D9A-F99C-4FDC-B4DC-3F8C361B07B0}" srcOrd="0" destOrd="0" presId="urn:microsoft.com/office/officeart/2005/8/layout/process1"/>
    <dgm:cxn modelId="{4CF24610-EDF6-4055-86C0-80F64D2F06D3}" type="presOf" srcId="{6836BD31-2BDF-4CD5-8450-B40A19B75971}" destId="{337591AE-6555-4F75-9113-7A7FAA107325}" srcOrd="0" destOrd="0" presId="urn:microsoft.com/office/officeart/2005/8/layout/process1"/>
    <dgm:cxn modelId="{8C2E3632-E39F-404D-97D3-808436B1FD7F}" type="presOf" srcId="{86776166-9EBF-44A5-900D-22DED3F568AB}" destId="{4446F919-E241-48C2-AA97-1771423B086E}" srcOrd="1" destOrd="0" presId="urn:microsoft.com/office/officeart/2005/8/layout/process1"/>
    <dgm:cxn modelId="{8A415F3D-045D-4BC6-9213-E719BB37076E}" type="presOf" srcId="{ADD42979-CD44-4EE5-A03A-8478A9296814}" destId="{A049C9E4-2F13-471B-8696-6D2F3DF97271}" srcOrd="0" destOrd="0" presId="urn:microsoft.com/office/officeart/2005/8/layout/process1"/>
    <dgm:cxn modelId="{3EF27161-D36A-42DA-ADB2-FDA99B1FD0CF}" type="presOf" srcId="{FCCEDDE4-BCBB-4CFA-8C78-E354A38ECD97}" destId="{CB9D8AB9-D5D1-4FBC-86B5-D1E7F2AA95D9}" srcOrd="0" destOrd="0" presId="urn:microsoft.com/office/officeart/2005/8/layout/process1"/>
    <dgm:cxn modelId="{7E4E5E6B-58B4-49A5-80B7-6EB029EF42C8}" type="presOf" srcId="{1310C5F0-D649-4B0F-AD16-6BD9015D4906}" destId="{AEDD0B79-EB03-4389-8BD5-3D46123C0587}" srcOrd="0" destOrd="0" presId="urn:microsoft.com/office/officeart/2005/8/layout/process1"/>
    <dgm:cxn modelId="{2CD5A14C-B4F8-4FED-8D8F-685FFF726E2C}" srcId="{E7F67478-54D9-4B0B-9A03-A21D7575795F}" destId="{1310C5F0-D649-4B0F-AD16-6BD9015D4906}" srcOrd="2" destOrd="0" parTransId="{A142671D-4D08-4457-9B41-6D1561D28607}" sibTransId="{ADD42979-CD44-4EE5-A03A-8478A9296814}"/>
    <dgm:cxn modelId="{F9108452-EAE8-43D6-805F-557A7C7F0E95}" type="presOf" srcId="{AEA42B3C-BDA0-4798-8E7A-DDEAAD7CD145}" destId="{3B671785-4A69-4752-8ACD-8F63B137CE87}" srcOrd="0" destOrd="0" presId="urn:microsoft.com/office/officeart/2005/8/layout/process1"/>
    <dgm:cxn modelId="{876D6A79-7974-4273-81CF-0ED23F001C14}" type="presOf" srcId="{86776166-9EBF-44A5-900D-22DED3F568AB}" destId="{49321268-7CB5-496D-A373-97DAF59D1EB5}" srcOrd="0" destOrd="0" presId="urn:microsoft.com/office/officeart/2005/8/layout/process1"/>
    <dgm:cxn modelId="{BC0FF288-EDBD-4310-BB61-2F12CEA1785F}" srcId="{E7F67478-54D9-4B0B-9A03-A21D7575795F}" destId="{FCCEDDE4-BCBB-4CFA-8C78-E354A38ECD97}" srcOrd="3" destOrd="0" parTransId="{59B9707C-8B40-4919-8429-2AFF5E6B2BFA}" sibTransId="{5D545422-5B6A-4502-93F9-4B3B68541570}"/>
    <dgm:cxn modelId="{57C3D6BF-CDA1-44D6-91AB-26FCB35F701C}" srcId="{E7F67478-54D9-4B0B-9A03-A21D7575795F}" destId="{6836BD31-2BDF-4CD5-8450-B40A19B75971}" srcOrd="0" destOrd="0" parTransId="{A132D41C-D890-4BD8-B40F-D6FAF9344DE0}" sibTransId="{A8D1C80F-0BA5-49A0-A7D4-0C02AA25FE1E}"/>
    <dgm:cxn modelId="{71850FD5-07C8-4352-9B4D-47DC5ED84706}" srcId="{E7F67478-54D9-4B0B-9A03-A21D7575795F}" destId="{AEA42B3C-BDA0-4798-8E7A-DDEAAD7CD145}" srcOrd="1" destOrd="0" parTransId="{47DADE20-7E86-43F2-9791-DEA892D2E989}" sibTransId="{86776166-9EBF-44A5-900D-22DED3F568AB}"/>
    <dgm:cxn modelId="{AAD7B3EF-BEEF-492F-92EE-6A35F5DE9FFA}" type="presOf" srcId="{ADD42979-CD44-4EE5-A03A-8478A9296814}" destId="{B72028E5-6B62-461D-BCD2-2FA776BF77C3}" srcOrd="1" destOrd="0" presId="urn:microsoft.com/office/officeart/2005/8/layout/process1"/>
    <dgm:cxn modelId="{41C3A1F1-7E18-4743-8DC0-A0D3128FA482}" type="presOf" srcId="{A8D1C80F-0BA5-49A0-A7D4-0C02AA25FE1E}" destId="{D5A75AE2-0C65-43F3-A77C-1B98C363F9D8}" srcOrd="0" destOrd="0" presId="urn:microsoft.com/office/officeart/2005/8/layout/process1"/>
    <dgm:cxn modelId="{2759D9F4-FAF1-45F9-A624-CABE9EE6A855}" type="presOf" srcId="{A8D1C80F-0BA5-49A0-A7D4-0C02AA25FE1E}" destId="{985911DD-A1A8-46D0-8793-12C7FF56F03C}" srcOrd="1" destOrd="0" presId="urn:microsoft.com/office/officeart/2005/8/layout/process1"/>
    <dgm:cxn modelId="{67A31EEB-5574-4D4B-973A-4DBCB8BB5D25}" type="presParOf" srcId="{39C23D9A-F99C-4FDC-B4DC-3F8C361B07B0}" destId="{337591AE-6555-4F75-9113-7A7FAA107325}" srcOrd="0" destOrd="0" presId="urn:microsoft.com/office/officeart/2005/8/layout/process1"/>
    <dgm:cxn modelId="{9403011F-948F-4A67-8B4D-C51F042D7F1E}" type="presParOf" srcId="{39C23D9A-F99C-4FDC-B4DC-3F8C361B07B0}" destId="{D5A75AE2-0C65-43F3-A77C-1B98C363F9D8}" srcOrd="1" destOrd="0" presId="urn:microsoft.com/office/officeart/2005/8/layout/process1"/>
    <dgm:cxn modelId="{1FEAB356-FC17-4204-9CEE-039DE2A9DC80}" type="presParOf" srcId="{D5A75AE2-0C65-43F3-A77C-1B98C363F9D8}" destId="{985911DD-A1A8-46D0-8793-12C7FF56F03C}" srcOrd="0" destOrd="0" presId="urn:microsoft.com/office/officeart/2005/8/layout/process1"/>
    <dgm:cxn modelId="{4E5E7367-4F84-4142-9551-3BC544305FD4}" type="presParOf" srcId="{39C23D9A-F99C-4FDC-B4DC-3F8C361B07B0}" destId="{3B671785-4A69-4752-8ACD-8F63B137CE87}" srcOrd="2" destOrd="0" presId="urn:microsoft.com/office/officeart/2005/8/layout/process1"/>
    <dgm:cxn modelId="{C108B3B5-6D21-4BF5-A9EF-67A8950CC969}" type="presParOf" srcId="{39C23D9A-F99C-4FDC-B4DC-3F8C361B07B0}" destId="{49321268-7CB5-496D-A373-97DAF59D1EB5}" srcOrd="3" destOrd="0" presId="urn:microsoft.com/office/officeart/2005/8/layout/process1"/>
    <dgm:cxn modelId="{5AD9FB9D-C31F-4730-BB76-C550334CCCE7}" type="presParOf" srcId="{49321268-7CB5-496D-A373-97DAF59D1EB5}" destId="{4446F919-E241-48C2-AA97-1771423B086E}" srcOrd="0" destOrd="0" presId="urn:microsoft.com/office/officeart/2005/8/layout/process1"/>
    <dgm:cxn modelId="{AE0A3092-D2B4-4D5C-A4FE-139639736044}" type="presParOf" srcId="{39C23D9A-F99C-4FDC-B4DC-3F8C361B07B0}" destId="{AEDD0B79-EB03-4389-8BD5-3D46123C0587}" srcOrd="4" destOrd="0" presId="urn:microsoft.com/office/officeart/2005/8/layout/process1"/>
    <dgm:cxn modelId="{B89C02D3-A3DA-4821-84E9-8516B2E90BB4}" type="presParOf" srcId="{39C23D9A-F99C-4FDC-B4DC-3F8C361B07B0}" destId="{A049C9E4-2F13-471B-8696-6D2F3DF97271}" srcOrd="5" destOrd="0" presId="urn:microsoft.com/office/officeart/2005/8/layout/process1"/>
    <dgm:cxn modelId="{0C17B36B-F0E9-4E7D-8426-F567CBF48A6B}" type="presParOf" srcId="{A049C9E4-2F13-471B-8696-6D2F3DF97271}" destId="{B72028E5-6B62-461D-BCD2-2FA776BF77C3}" srcOrd="0" destOrd="0" presId="urn:microsoft.com/office/officeart/2005/8/layout/process1"/>
    <dgm:cxn modelId="{1332C137-702D-40DD-9A96-12D1D3AB2977}" type="presParOf" srcId="{39C23D9A-F99C-4FDC-B4DC-3F8C361B07B0}" destId="{CB9D8AB9-D5D1-4FBC-86B5-D1E7F2AA95D9}" srcOrd="6" destOrd="0" presId="urn:microsoft.com/office/officeart/2005/8/layout/process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C003047-7EC7-45AC-99C9-2379C182BF85}" type="doc">
      <dgm:prSet loTypeId="urn:microsoft.com/office/officeart/2008/layout/CaptionedPictures" loCatId="picture" qsTypeId="urn:microsoft.com/office/officeart/2005/8/quickstyle/simple1" qsCatId="simple" csTypeId="urn:microsoft.com/office/officeart/2005/8/colors/accent1_2" csCatId="accent1" phldr="1"/>
      <dgm:spPr/>
      <dgm:t>
        <a:bodyPr/>
        <a:lstStyle/>
        <a:p>
          <a:endParaRPr lang="es-CL"/>
        </a:p>
      </dgm:t>
    </dgm:pt>
    <dgm:pt modelId="{8D6711C7-EBA4-4293-AA5C-DF0F1A1002E4}">
      <dgm:prSet phldrT="[Texto]" custT="1"/>
      <dgm:spPr/>
      <dgm:t>
        <a:bodyPr/>
        <a:lstStyle/>
        <a:p>
          <a:pPr algn="ctr"/>
          <a:r>
            <a:rPr lang="es-MX" sz="1200" b="1" i="0" dirty="0"/>
            <a:t>2. Desarrollar un modelo de regresión logística</a:t>
          </a:r>
          <a:r>
            <a:rPr lang="es-MX" sz="1200" b="0" i="0" dirty="0"/>
            <a:t> que estime el riesgo de CRC basándose en síntomas y hallazgos clínicos.</a:t>
          </a:r>
          <a:endParaRPr lang="es-CL" sz="1200" dirty="0"/>
        </a:p>
      </dgm:t>
    </dgm:pt>
    <dgm:pt modelId="{8627006E-0CCF-467F-911B-F006D14F57A7}" type="parTrans" cxnId="{476A546A-3AB3-494F-8380-D6D58D2D8B07}">
      <dgm:prSet/>
      <dgm:spPr/>
      <dgm:t>
        <a:bodyPr/>
        <a:lstStyle/>
        <a:p>
          <a:endParaRPr lang="es-CL"/>
        </a:p>
      </dgm:t>
    </dgm:pt>
    <dgm:pt modelId="{771E4B68-7CB7-4179-A31F-6DAFA0447A54}" type="sibTrans" cxnId="{476A546A-3AB3-494F-8380-D6D58D2D8B07}">
      <dgm:prSet/>
      <dgm:spPr/>
      <dgm:t>
        <a:bodyPr/>
        <a:lstStyle/>
        <a:p>
          <a:endParaRPr lang="es-CL"/>
        </a:p>
      </dgm:t>
    </dgm:pt>
    <dgm:pt modelId="{98E8E6FB-3364-4808-B796-83B20C1B9D82}">
      <dgm:prSet phldrT="[Texto]" custT="1"/>
      <dgm:spPr/>
      <dgm:t>
        <a:bodyPr/>
        <a:lstStyle/>
        <a:p>
          <a:pPr algn="ctr"/>
          <a:r>
            <a:rPr lang="es-MX" sz="1200" b="1" i="0" dirty="0"/>
            <a:t>3. Validar el rendimiento del modelo</a:t>
          </a:r>
          <a:r>
            <a:rPr lang="es-MX" sz="1200" b="0" i="0" dirty="0"/>
            <a:t> mediante métricas estadísticas (sensibilidad, especificidad, AUC-ROC).</a:t>
          </a:r>
          <a:endParaRPr lang="es-CL" sz="1200" dirty="0"/>
        </a:p>
      </dgm:t>
    </dgm:pt>
    <dgm:pt modelId="{13A8E59F-7E70-4BC8-A776-D47A6A7D6610}" type="parTrans" cxnId="{4CC13B6F-FE86-4E2C-9A24-1868C7A84DD1}">
      <dgm:prSet/>
      <dgm:spPr/>
      <dgm:t>
        <a:bodyPr/>
        <a:lstStyle/>
        <a:p>
          <a:endParaRPr lang="es-CL"/>
        </a:p>
      </dgm:t>
    </dgm:pt>
    <dgm:pt modelId="{5BCCAB6C-11C6-406A-BBD5-C81DC28AE993}" type="sibTrans" cxnId="{4CC13B6F-FE86-4E2C-9A24-1868C7A84DD1}">
      <dgm:prSet/>
      <dgm:spPr/>
      <dgm:t>
        <a:bodyPr/>
        <a:lstStyle/>
        <a:p>
          <a:endParaRPr lang="es-CL"/>
        </a:p>
      </dgm:t>
    </dgm:pt>
    <dgm:pt modelId="{4BA9BD8C-9A90-4D30-A6BB-66ED64F14CFB}">
      <dgm:prSet phldrT="[Texto]" phldr="0" custT="1"/>
      <dgm:spPr/>
      <dgm:t>
        <a:bodyPr/>
        <a:lstStyle/>
        <a:p>
          <a:pPr algn="ctr"/>
          <a:r>
            <a:rPr lang="es-MX" sz="1200" b="1" i="0" dirty="0"/>
            <a:t>1. Identificar las variables clínicas y sintomáticas</a:t>
          </a:r>
          <a:r>
            <a:rPr lang="es-MX" sz="1200" b="0" i="0" dirty="0"/>
            <a:t> más relevantes asociadas al diagnóstico de CRC en pacientes derivados según protocolo GES.</a:t>
          </a:r>
          <a:endParaRPr lang="es-CL" sz="1200" dirty="0"/>
        </a:p>
      </dgm:t>
    </dgm:pt>
    <dgm:pt modelId="{24DEFB13-A2BF-49BF-9E76-2F192F357CDF}" type="sibTrans" cxnId="{506A0EA1-C98D-44A5-AED8-E1D4CF0307B8}">
      <dgm:prSet/>
      <dgm:spPr/>
      <dgm:t>
        <a:bodyPr/>
        <a:lstStyle/>
        <a:p>
          <a:endParaRPr lang="es-CL"/>
        </a:p>
      </dgm:t>
    </dgm:pt>
    <dgm:pt modelId="{3AB86FCE-FBF3-468B-8329-BC7BD9DFB648}" type="parTrans" cxnId="{506A0EA1-C98D-44A5-AED8-E1D4CF0307B8}">
      <dgm:prSet/>
      <dgm:spPr/>
      <dgm:t>
        <a:bodyPr/>
        <a:lstStyle/>
        <a:p>
          <a:endParaRPr lang="es-CL"/>
        </a:p>
      </dgm:t>
    </dgm:pt>
    <dgm:pt modelId="{A07F1609-7F02-4981-9CAF-D63C0AEF65CC}" type="pres">
      <dgm:prSet presAssocID="{6C003047-7EC7-45AC-99C9-2379C182BF85}" presName="Name0" presStyleCnt="0">
        <dgm:presLayoutVars>
          <dgm:chMax/>
          <dgm:chPref/>
          <dgm:dir/>
        </dgm:presLayoutVars>
      </dgm:prSet>
      <dgm:spPr/>
    </dgm:pt>
    <dgm:pt modelId="{62E7F3FE-F0F3-4120-911D-23229C51F0A4}" type="pres">
      <dgm:prSet presAssocID="{4BA9BD8C-9A90-4D30-A6BB-66ED64F14CFB}" presName="composite" presStyleCnt="0">
        <dgm:presLayoutVars>
          <dgm:chMax val="1"/>
          <dgm:chPref val="1"/>
        </dgm:presLayoutVars>
      </dgm:prSet>
      <dgm:spPr/>
    </dgm:pt>
    <dgm:pt modelId="{E90BDCC0-D759-40F4-A96D-92E9F049D01D}" type="pres">
      <dgm:prSet presAssocID="{4BA9BD8C-9A90-4D30-A6BB-66ED64F14CFB}" presName="Accent" presStyleLbl="trAlignAcc1" presStyleIdx="0" presStyleCnt="3" custScaleX="196911">
        <dgm:presLayoutVars>
          <dgm:chMax val="0"/>
          <dgm:chPref val="0"/>
        </dgm:presLayoutVars>
      </dgm:prSet>
      <dgm:spPr/>
    </dgm:pt>
    <dgm:pt modelId="{797DA9BC-3513-43D2-A24B-F59CAF4FD71D}" type="pres">
      <dgm:prSet presAssocID="{4BA9BD8C-9A90-4D30-A6BB-66ED64F14CFB}" presName="Image" presStyleLbl="alignImgPlace1" presStyleIdx="0" presStyleCnt="3" custScaleX="59248" custScaleY="60062">
        <dgm:presLayoutVars>
          <dgm:chMax val="0"/>
          <dgm:chPref val="0"/>
        </dgm:presLayoutVars>
      </dgm:prSet>
      <dgm:spPr>
        <a:blipFill rotWithShape="1">
          <a:blip xmlns:r="http://schemas.openxmlformats.org/officeDocument/2006/relationships" r:embed="rId1"/>
          <a:srcRect/>
          <a:stretch>
            <a:fillRect t="-14000" b="-14000"/>
          </a:stretch>
        </a:blipFill>
      </dgm:spPr>
    </dgm:pt>
    <dgm:pt modelId="{2C5C3DC8-8AA4-45C9-ABE1-928AFBCB2309}" type="pres">
      <dgm:prSet presAssocID="{4BA9BD8C-9A90-4D30-A6BB-66ED64F14CFB}" presName="ChildComposite" presStyleCnt="0"/>
      <dgm:spPr/>
    </dgm:pt>
    <dgm:pt modelId="{34779847-E7BE-493B-9252-30BD90DDA0B6}" type="pres">
      <dgm:prSet presAssocID="{4BA9BD8C-9A90-4D30-A6BB-66ED64F14CFB}" presName="Child" presStyleLbl="node1" presStyleIdx="0" presStyleCnt="0" custScaleY="287811">
        <dgm:presLayoutVars>
          <dgm:chMax val="0"/>
          <dgm:chPref val="0"/>
          <dgm:bulletEnabled val="1"/>
        </dgm:presLayoutVars>
      </dgm:prSet>
      <dgm:spPr/>
    </dgm:pt>
    <dgm:pt modelId="{D6AE907E-AE29-409E-8F09-DAB7C0B88382}" type="pres">
      <dgm:prSet presAssocID="{4BA9BD8C-9A90-4D30-A6BB-66ED64F14CFB}" presName="Parent" presStyleLbl="revTx" presStyleIdx="0" presStyleCnt="3" custScaleX="206528">
        <dgm:presLayoutVars>
          <dgm:chMax val="1"/>
          <dgm:chPref val="0"/>
          <dgm:bulletEnabled val="1"/>
        </dgm:presLayoutVars>
      </dgm:prSet>
      <dgm:spPr/>
    </dgm:pt>
    <dgm:pt modelId="{4AA5B8AE-9F50-4BC7-99C5-35F578332ACA}" type="pres">
      <dgm:prSet presAssocID="{24DEFB13-A2BF-49BF-9E76-2F192F357CDF}" presName="sibTrans" presStyleCnt="0"/>
      <dgm:spPr/>
    </dgm:pt>
    <dgm:pt modelId="{D9870404-9B6C-46FC-BEE0-FA016580C99B}" type="pres">
      <dgm:prSet presAssocID="{8D6711C7-EBA4-4293-AA5C-DF0F1A1002E4}" presName="composite" presStyleCnt="0">
        <dgm:presLayoutVars>
          <dgm:chMax val="1"/>
          <dgm:chPref val="1"/>
        </dgm:presLayoutVars>
      </dgm:prSet>
      <dgm:spPr/>
    </dgm:pt>
    <dgm:pt modelId="{0CBCACA4-5509-4AC5-8BA1-B6FBBC625853}" type="pres">
      <dgm:prSet presAssocID="{8D6711C7-EBA4-4293-AA5C-DF0F1A1002E4}" presName="Accent" presStyleLbl="trAlignAcc1" presStyleIdx="1" presStyleCnt="3" custScaleX="209578">
        <dgm:presLayoutVars>
          <dgm:chMax val="0"/>
          <dgm:chPref val="0"/>
        </dgm:presLayoutVars>
      </dgm:prSet>
      <dgm:spPr/>
    </dgm:pt>
    <dgm:pt modelId="{F7B2FEA5-C89B-4B41-B3B1-6D4C83F8D03C}" type="pres">
      <dgm:prSet presAssocID="{8D6711C7-EBA4-4293-AA5C-DF0F1A1002E4}" presName="Image" presStyleLbl="alignImgPlace1" presStyleIdx="1" presStyleCnt="3" custScaleX="59170" custScaleY="67151" custLinFactNeighborX="-489" custLinFactNeighborY="-3193">
        <dgm:presLayoutVars>
          <dgm:chMax val="0"/>
          <dgm:chPref val="0"/>
        </dgm:presLayoutVars>
      </dgm:prSet>
      <dgm:spPr>
        <a:blipFill rotWithShape="1">
          <a:blip xmlns:r="http://schemas.openxmlformats.org/officeDocument/2006/relationships" r:embed="rId2"/>
          <a:srcRect/>
          <a:stretch>
            <a:fillRect t="-9000" b="-9000"/>
          </a:stretch>
        </a:blipFill>
      </dgm:spPr>
    </dgm:pt>
    <dgm:pt modelId="{B34E4125-4007-40E1-BA76-AA8D00D08B9B}" type="pres">
      <dgm:prSet presAssocID="{8D6711C7-EBA4-4293-AA5C-DF0F1A1002E4}" presName="ChildComposite" presStyleCnt="0"/>
      <dgm:spPr/>
    </dgm:pt>
    <dgm:pt modelId="{D38901F6-C22E-44EF-9017-1D795139C806}" type="pres">
      <dgm:prSet presAssocID="{8D6711C7-EBA4-4293-AA5C-DF0F1A1002E4}" presName="Child" presStyleLbl="node1" presStyleIdx="0" presStyleCnt="0">
        <dgm:presLayoutVars>
          <dgm:chMax val="0"/>
          <dgm:chPref val="0"/>
          <dgm:bulletEnabled val="1"/>
        </dgm:presLayoutVars>
      </dgm:prSet>
      <dgm:spPr/>
    </dgm:pt>
    <dgm:pt modelId="{AFD93600-91BB-4031-9511-B1A163AEBCD6}" type="pres">
      <dgm:prSet presAssocID="{8D6711C7-EBA4-4293-AA5C-DF0F1A1002E4}" presName="Parent" presStyleLbl="revTx" presStyleIdx="1" presStyleCnt="3" custScaleX="223898">
        <dgm:presLayoutVars>
          <dgm:chMax val="1"/>
          <dgm:chPref val="0"/>
          <dgm:bulletEnabled val="1"/>
        </dgm:presLayoutVars>
      </dgm:prSet>
      <dgm:spPr/>
    </dgm:pt>
    <dgm:pt modelId="{2236CD9B-6132-4960-AFFB-FBB26211341E}" type="pres">
      <dgm:prSet presAssocID="{771E4B68-7CB7-4179-A31F-6DAFA0447A54}" presName="sibTrans" presStyleCnt="0"/>
      <dgm:spPr/>
    </dgm:pt>
    <dgm:pt modelId="{0B7F80DF-7744-4F17-8180-0A4D9D1881C0}" type="pres">
      <dgm:prSet presAssocID="{98E8E6FB-3364-4808-B796-83B20C1B9D82}" presName="composite" presStyleCnt="0">
        <dgm:presLayoutVars>
          <dgm:chMax val="1"/>
          <dgm:chPref val="1"/>
        </dgm:presLayoutVars>
      </dgm:prSet>
      <dgm:spPr/>
    </dgm:pt>
    <dgm:pt modelId="{42AB1D78-EE73-4CCD-B6B4-0D60B73E2F48}" type="pres">
      <dgm:prSet presAssocID="{98E8E6FB-3364-4808-B796-83B20C1B9D82}" presName="Accent" presStyleLbl="trAlignAcc1" presStyleIdx="2" presStyleCnt="3" custScaleX="188913">
        <dgm:presLayoutVars>
          <dgm:chMax val="0"/>
          <dgm:chPref val="0"/>
        </dgm:presLayoutVars>
      </dgm:prSet>
      <dgm:spPr/>
    </dgm:pt>
    <dgm:pt modelId="{B4642D14-B191-4FF4-A255-98F7A7C88D1D}" type="pres">
      <dgm:prSet presAssocID="{98E8E6FB-3364-4808-B796-83B20C1B9D82}" presName="Image" presStyleLbl="alignImgPlace1" presStyleIdx="2" presStyleCnt="3" custScaleX="57066" custScaleY="56690" custLinFactNeighborX="1297" custLinFactNeighborY="-4269">
        <dgm:presLayoutVars>
          <dgm:chMax val="0"/>
          <dgm:chPref val="0"/>
        </dgm:presLayoutVars>
      </dgm:prSet>
      <dgm:spPr>
        <a:blipFill rotWithShape="1">
          <a:blip xmlns:r="http://schemas.openxmlformats.org/officeDocument/2006/relationships" r:embed="rId3"/>
          <a:srcRect/>
          <a:stretch>
            <a:fillRect t="-9000" b="-9000"/>
          </a:stretch>
        </a:blipFill>
      </dgm:spPr>
    </dgm:pt>
    <dgm:pt modelId="{AC080DBD-C1B6-466B-A5A8-EF058237E278}" type="pres">
      <dgm:prSet presAssocID="{98E8E6FB-3364-4808-B796-83B20C1B9D82}" presName="ChildComposite" presStyleCnt="0"/>
      <dgm:spPr/>
    </dgm:pt>
    <dgm:pt modelId="{0C37B16D-2CEB-47C8-868E-3BE99694CD59}" type="pres">
      <dgm:prSet presAssocID="{98E8E6FB-3364-4808-B796-83B20C1B9D82}" presName="Child" presStyleLbl="node1" presStyleIdx="0" presStyleCnt="0">
        <dgm:presLayoutVars>
          <dgm:chMax val="0"/>
          <dgm:chPref val="0"/>
          <dgm:bulletEnabled val="1"/>
        </dgm:presLayoutVars>
      </dgm:prSet>
      <dgm:spPr/>
    </dgm:pt>
    <dgm:pt modelId="{E0161CE7-EF98-4813-9C2D-ECE3D28594FC}" type="pres">
      <dgm:prSet presAssocID="{98E8E6FB-3364-4808-B796-83B20C1B9D82}" presName="Parent" presStyleLbl="revTx" presStyleIdx="2" presStyleCnt="3" custScaleX="203239">
        <dgm:presLayoutVars>
          <dgm:chMax val="1"/>
          <dgm:chPref val="0"/>
          <dgm:bulletEnabled val="1"/>
        </dgm:presLayoutVars>
      </dgm:prSet>
      <dgm:spPr/>
    </dgm:pt>
  </dgm:ptLst>
  <dgm:cxnLst>
    <dgm:cxn modelId="{60F10638-0060-4BB4-ADEF-417C720DCB2E}" type="presOf" srcId="{4BA9BD8C-9A90-4D30-A6BB-66ED64F14CFB}" destId="{D6AE907E-AE29-409E-8F09-DAB7C0B88382}" srcOrd="0" destOrd="0" presId="urn:microsoft.com/office/officeart/2008/layout/CaptionedPictures"/>
    <dgm:cxn modelId="{D08B9D45-2C30-49D6-8E0C-D5C03857E505}" type="presOf" srcId="{98E8E6FB-3364-4808-B796-83B20C1B9D82}" destId="{E0161CE7-EF98-4813-9C2D-ECE3D28594FC}" srcOrd="0" destOrd="0" presId="urn:microsoft.com/office/officeart/2008/layout/CaptionedPictures"/>
    <dgm:cxn modelId="{476A546A-3AB3-494F-8380-D6D58D2D8B07}" srcId="{6C003047-7EC7-45AC-99C9-2379C182BF85}" destId="{8D6711C7-EBA4-4293-AA5C-DF0F1A1002E4}" srcOrd="1" destOrd="0" parTransId="{8627006E-0CCF-467F-911B-F006D14F57A7}" sibTransId="{771E4B68-7CB7-4179-A31F-6DAFA0447A54}"/>
    <dgm:cxn modelId="{4CC13B6F-FE86-4E2C-9A24-1868C7A84DD1}" srcId="{6C003047-7EC7-45AC-99C9-2379C182BF85}" destId="{98E8E6FB-3364-4808-B796-83B20C1B9D82}" srcOrd="2" destOrd="0" parTransId="{13A8E59F-7E70-4BC8-A776-D47A6A7D6610}" sibTransId="{5BCCAB6C-11C6-406A-BBD5-C81DC28AE993}"/>
    <dgm:cxn modelId="{F3DC147A-C25C-48B2-8447-1D3B8FAC5E5A}" type="presOf" srcId="{8D6711C7-EBA4-4293-AA5C-DF0F1A1002E4}" destId="{AFD93600-91BB-4031-9511-B1A163AEBCD6}" srcOrd="0" destOrd="0" presId="urn:microsoft.com/office/officeart/2008/layout/CaptionedPictures"/>
    <dgm:cxn modelId="{506A0EA1-C98D-44A5-AED8-E1D4CF0307B8}" srcId="{6C003047-7EC7-45AC-99C9-2379C182BF85}" destId="{4BA9BD8C-9A90-4D30-A6BB-66ED64F14CFB}" srcOrd="0" destOrd="0" parTransId="{3AB86FCE-FBF3-468B-8329-BC7BD9DFB648}" sibTransId="{24DEFB13-A2BF-49BF-9E76-2F192F357CDF}"/>
    <dgm:cxn modelId="{F3CA1FA6-6E29-468A-9792-EC7A157CFA12}" type="presOf" srcId="{6C003047-7EC7-45AC-99C9-2379C182BF85}" destId="{A07F1609-7F02-4981-9CAF-D63C0AEF65CC}" srcOrd="0" destOrd="0" presId="urn:microsoft.com/office/officeart/2008/layout/CaptionedPictures"/>
    <dgm:cxn modelId="{5288045B-D7DC-454F-9A0F-C2EF49E3EFB0}" type="presParOf" srcId="{A07F1609-7F02-4981-9CAF-D63C0AEF65CC}" destId="{62E7F3FE-F0F3-4120-911D-23229C51F0A4}" srcOrd="0" destOrd="0" presId="urn:microsoft.com/office/officeart/2008/layout/CaptionedPictures"/>
    <dgm:cxn modelId="{8D0EA523-6BF1-4287-A72A-1A1C1149AD97}" type="presParOf" srcId="{62E7F3FE-F0F3-4120-911D-23229C51F0A4}" destId="{E90BDCC0-D759-40F4-A96D-92E9F049D01D}" srcOrd="0" destOrd="0" presId="urn:microsoft.com/office/officeart/2008/layout/CaptionedPictures"/>
    <dgm:cxn modelId="{7A516DA9-6CD6-49BA-A44B-6E811DFDA81C}" type="presParOf" srcId="{62E7F3FE-F0F3-4120-911D-23229C51F0A4}" destId="{797DA9BC-3513-43D2-A24B-F59CAF4FD71D}" srcOrd="1" destOrd="0" presId="urn:microsoft.com/office/officeart/2008/layout/CaptionedPictures"/>
    <dgm:cxn modelId="{24B08DB1-8F39-40B6-978A-C93C2FEFE4FD}" type="presParOf" srcId="{62E7F3FE-F0F3-4120-911D-23229C51F0A4}" destId="{2C5C3DC8-8AA4-45C9-ABE1-928AFBCB2309}" srcOrd="2" destOrd="0" presId="urn:microsoft.com/office/officeart/2008/layout/CaptionedPictures"/>
    <dgm:cxn modelId="{71570D00-4778-4540-A150-867385F9FAC1}" type="presParOf" srcId="{2C5C3DC8-8AA4-45C9-ABE1-928AFBCB2309}" destId="{34779847-E7BE-493B-9252-30BD90DDA0B6}" srcOrd="0" destOrd="0" presId="urn:microsoft.com/office/officeart/2008/layout/CaptionedPictures"/>
    <dgm:cxn modelId="{45693D51-0AD2-4F56-93E5-6BC546D98F36}" type="presParOf" srcId="{2C5C3DC8-8AA4-45C9-ABE1-928AFBCB2309}" destId="{D6AE907E-AE29-409E-8F09-DAB7C0B88382}" srcOrd="1" destOrd="0" presId="urn:microsoft.com/office/officeart/2008/layout/CaptionedPictures"/>
    <dgm:cxn modelId="{AF26739C-834D-43F3-B016-876BA541ABF5}" type="presParOf" srcId="{A07F1609-7F02-4981-9CAF-D63C0AEF65CC}" destId="{4AA5B8AE-9F50-4BC7-99C5-35F578332ACA}" srcOrd="1" destOrd="0" presId="urn:microsoft.com/office/officeart/2008/layout/CaptionedPictures"/>
    <dgm:cxn modelId="{8A8744D4-28BE-4EEC-A317-3C9E33CBC24A}" type="presParOf" srcId="{A07F1609-7F02-4981-9CAF-D63C0AEF65CC}" destId="{D9870404-9B6C-46FC-BEE0-FA016580C99B}" srcOrd="2" destOrd="0" presId="urn:microsoft.com/office/officeart/2008/layout/CaptionedPictures"/>
    <dgm:cxn modelId="{E4B46515-E025-450E-B8DB-F911D47C9911}" type="presParOf" srcId="{D9870404-9B6C-46FC-BEE0-FA016580C99B}" destId="{0CBCACA4-5509-4AC5-8BA1-B6FBBC625853}" srcOrd="0" destOrd="0" presId="urn:microsoft.com/office/officeart/2008/layout/CaptionedPictures"/>
    <dgm:cxn modelId="{CB514370-EB51-4F91-A45E-8C8D572543D0}" type="presParOf" srcId="{D9870404-9B6C-46FC-BEE0-FA016580C99B}" destId="{F7B2FEA5-C89B-4B41-B3B1-6D4C83F8D03C}" srcOrd="1" destOrd="0" presId="urn:microsoft.com/office/officeart/2008/layout/CaptionedPictures"/>
    <dgm:cxn modelId="{AE1C5F80-68F5-4B41-9AC3-A3AFD192FCD3}" type="presParOf" srcId="{D9870404-9B6C-46FC-BEE0-FA016580C99B}" destId="{B34E4125-4007-40E1-BA76-AA8D00D08B9B}" srcOrd="2" destOrd="0" presId="urn:microsoft.com/office/officeart/2008/layout/CaptionedPictures"/>
    <dgm:cxn modelId="{E69546FD-4EE3-4ED7-840E-E8F43652D33B}" type="presParOf" srcId="{B34E4125-4007-40E1-BA76-AA8D00D08B9B}" destId="{D38901F6-C22E-44EF-9017-1D795139C806}" srcOrd="0" destOrd="0" presId="urn:microsoft.com/office/officeart/2008/layout/CaptionedPictures"/>
    <dgm:cxn modelId="{388EA8DF-B96A-47AB-BED2-14FE995974B8}" type="presParOf" srcId="{B34E4125-4007-40E1-BA76-AA8D00D08B9B}" destId="{AFD93600-91BB-4031-9511-B1A163AEBCD6}" srcOrd="1" destOrd="0" presId="urn:microsoft.com/office/officeart/2008/layout/CaptionedPictures"/>
    <dgm:cxn modelId="{6F624CDC-3A28-44D1-ADE4-389877A75E1C}" type="presParOf" srcId="{A07F1609-7F02-4981-9CAF-D63C0AEF65CC}" destId="{2236CD9B-6132-4960-AFFB-FBB26211341E}" srcOrd="3" destOrd="0" presId="urn:microsoft.com/office/officeart/2008/layout/CaptionedPictures"/>
    <dgm:cxn modelId="{8F1D1AC8-232F-4C3C-8841-4CE0CB8597CA}" type="presParOf" srcId="{A07F1609-7F02-4981-9CAF-D63C0AEF65CC}" destId="{0B7F80DF-7744-4F17-8180-0A4D9D1881C0}" srcOrd="4" destOrd="0" presId="urn:microsoft.com/office/officeart/2008/layout/CaptionedPictures"/>
    <dgm:cxn modelId="{6A02E0CB-70D3-48FC-A6ED-431064FFB9F2}" type="presParOf" srcId="{0B7F80DF-7744-4F17-8180-0A4D9D1881C0}" destId="{42AB1D78-EE73-4CCD-B6B4-0D60B73E2F48}" srcOrd="0" destOrd="0" presId="urn:microsoft.com/office/officeart/2008/layout/CaptionedPictures"/>
    <dgm:cxn modelId="{18AEA94B-2F08-4294-BEEF-AAB8F703FA95}" type="presParOf" srcId="{0B7F80DF-7744-4F17-8180-0A4D9D1881C0}" destId="{B4642D14-B191-4FF4-A255-98F7A7C88D1D}" srcOrd="1" destOrd="0" presId="urn:microsoft.com/office/officeart/2008/layout/CaptionedPictures"/>
    <dgm:cxn modelId="{2844F583-ED45-4976-B393-3B1DA5A354B5}" type="presParOf" srcId="{0B7F80DF-7744-4F17-8180-0A4D9D1881C0}" destId="{AC080DBD-C1B6-466B-A5A8-EF058237E278}" srcOrd="2" destOrd="0" presId="urn:microsoft.com/office/officeart/2008/layout/CaptionedPictures"/>
    <dgm:cxn modelId="{8F538ADE-611A-40DB-BB65-18F2E2628216}" type="presParOf" srcId="{AC080DBD-C1B6-466B-A5A8-EF058237E278}" destId="{0C37B16D-2CEB-47C8-868E-3BE99694CD59}" srcOrd="0" destOrd="0" presId="urn:microsoft.com/office/officeart/2008/layout/CaptionedPictures"/>
    <dgm:cxn modelId="{36A7BD7A-374D-4B2B-AF38-BE80F2662DCE}" type="presParOf" srcId="{AC080DBD-C1B6-466B-A5A8-EF058237E278}" destId="{E0161CE7-EF98-4813-9C2D-ECE3D28594FC}" srcOrd="1" destOrd="0" presId="urn:microsoft.com/office/officeart/2008/layout/CaptionedPictures"/>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7591AE-6555-4F75-9113-7A7FAA107325}">
      <dsp:nvSpPr>
        <dsp:cNvPr id="0" name=""/>
        <dsp:cNvSpPr/>
      </dsp:nvSpPr>
      <dsp:spPr>
        <a:xfrm>
          <a:off x="4236" y="212237"/>
          <a:ext cx="1852387" cy="111143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Contexto</a:t>
          </a:r>
        </a:p>
      </dsp:txBody>
      <dsp:txXfrm>
        <a:off x="36789" y="244790"/>
        <a:ext cx="1787281" cy="1046326"/>
      </dsp:txXfrm>
    </dsp:sp>
    <dsp:sp modelId="{D5A75AE2-0C65-43F3-A77C-1B98C363F9D8}">
      <dsp:nvSpPr>
        <dsp:cNvPr id="0" name=""/>
        <dsp:cNvSpPr/>
      </dsp:nvSpPr>
      <dsp:spPr>
        <a:xfrm>
          <a:off x="2041863"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a:p>
      </dsp:txBody>
      <dsp:txXfrm>
        <a:off x="2041863" y="630135"/>
        <a:ext cx="274894" cy="275636"/>
      </dsp:txXfrm>
    </dsp:sp>
    <dsp:sp modelId="{3B671785-4A69-4752-8ACD-8F63B137CE87}">
      <dsp:nvSpPr>
        <dsp:cNvPr id="0" name=""/>
        <dsp:cNvSpPr/>
      </dsp:nvSpPr>
      <dsp:spPr>
        <a:xfrm>
          <a:off x="2597579" y="212237"/>
          <a:ext cx="1852387" cy="111143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Objetivos</a:t>
          </a:r>
        </a:p>
      </dsp:txBody>
      <dsp:txXfrm>
        <a:off x="2630132" y="244790"/>
        <a:ext cx="1787281" cy="1046326"/>
      </dsp:txXfrm>
    </dsp:sp>
    <dsp:sp modelId="{49321268-7CB5-496D-A373-97DAF59D1EB5}">
      <dsp:nvSpPr>
        <dsp:cNvPr id="0" name=""/>
        <dsp:cNvSpPr/>
      </dsp:nvSpPr>
      <dsp:spPr>
        <a:xfrm>
          <a:off x="4635205"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a:p>
      </dsp:txBody>
      <dsp:txXfrm>
        <a:off x="4635205" y="630135"/>
        <a:ext cx="274894" cy="275636"/>
      </dsp:txXfrm>
    </dsp:sp>
    <dsp:sp modelId="{AEDD0B79-EB03-4389-8BD5-3D46123C0587}">
      <dsp:nvSpPr>
        <dsp:cNvPr id="0" name=""/>
        <dsp:cNvSpPr/>
      </dsp:nvSpPr>
      <dsp:spPr>
        <a:xfrm>
          <a:off x="5190922" y="212237"/>
          <a:ext cx="1852387" cy="111143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Metodología</a:t>
          </a:r>
        </a:p>
      </dsp:txBody>
      <dsp:txXfrm>
        <a:off x="5223475" y="244790"/>
        <a:ext cx="1787281" cy="1046326"/>
      </dsp:txXfrm>
    </dsp:sp>
    <dsp:sp modelId="{A049C9E4-2F13-471B-8696-6D2F3DF97271}">
      <dsp:nvSpPr>
        <dsp:cNvPr id="0" name=""/>
        <dsp:cNvSpPr/>
      </dsp:nvSpPr>
      <dsp:spPr>
        <a:xfrm>
          <a:off x="7228548"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a:p>
      </dsp:txBody>
      <dsp:txXfrm>
        <a:off x="7228548" y="630135"/>
        <a:ext cx="274894" cy="275636"/>
      </dsp:txXfrm>
    </dsp:sp>
    <dsp:sp modelId="{CB9D8AB9-D5D1-4FBC-86B5-D1E7F2AA95D9}">
      <dsp:nvSpPr>
        <dsp:cNvPr id="0" name=""/>
        <dsp:cNvSpPr/>
      </dsp:nvSpPr>
      <dsp:spPr>
        <a:xfrm>
          <a:off x="7784264" y="212237"/>
          <a:ext cx="1852387" cy="111143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Resultados</a:t>
          </a:r>
        </a:p>
      </dsp:txBody>
      <dsp:txXfrm>
        <a:off x="7816817" y="244790"/>
        <a:ext cx="1787281" cy="10463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0BDCC0-D759-40F4-A96D-92E9F049D01D}">
      <dsp:nvSpPr>
        <dsp:cNvPr id="0" name=""/>
        <dsp:cNvSpPr/>
      </dsp:nvSpPr>
      <dsp:spPr>
        <a:xfrm>
          <a:off x="6056" y="331880"/>
          <a:ext cx="3198239" cy="1910830"/>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797DA9BC-3513-43D2-A24B-F59CAF4FD71D}">
      <dsp:nvSpPr>
        <dsp:cNvPr id="0" name=""/>
        <dsp:cNvSpPr/>
      </dsp:nvSpPr>
      <dsp:spPr>
        <a:xfrm>
          <a:off x="1172136" y="656337"/>
          <a:ext cx="866078" cy="745993"/>
        </a:xfrm>
        <a:prstGeom prst="rect">
          <a:avLst/>
        </a:prstGeom>
        <a:blipFill rotWithShape="1">
          <a:blip xmlns:r="http://schemas.openxmlformats.org/officeDocument/2006/relationships" r:embed="rId1"/>
          <a:srcRect/>
          <a:stretch>
            <a:fillRect t="-14000" b="-1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6AE907E-AE29-409E-8F09-DAB7C0B88382}">
      <dsp:nvSpPr>
        <dsp:cNvPr id="0" name=""/>
        <dsp:cNvSpPr/>
      </dsp:nvSpPr>
      <dsp:spPr>
        <a:xfrm>
          <a:off x="95678" y="1650353"/>
          <a:ext cx="3018995"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1. Identificar las variables clínicas y sintomáticas</a:t>
          </a:r>
          <a:r>
            <a:rPr lang="es-MX" sz="1200" b="0" i="0" kern="1200" dirty="0"/>
            <a:t> más relevantes asociadas al diagnóstico de CRC en pacientes derivados según protocolo GES.</a:t>
          </a:r>
          <a:endParaRPr lang="es-CL" sz="1200" kern="1200" dirty="0"/>
        </a:p>
      </dsp:txBody>
      <dsp:txXfrm>
        <a:off x="95678" y="1650353"/>
        <a:ext cx="3018995" cy="515924"/>
      </dsp:txXfrm>
    </dsp:sp>
    <dsp:sp modelId="{0CBCACA4-5509-4AC5-8BA1-B6FBBC625853}">
      <dsp:nvSpPr>
        <dsp:cNvPr id="0" name=""/>
        <dsp:cNvSpPr/>
      </dsp:nvSpPr>
      <dsp:spPr>
        <a:xfrm>
          <a:off x="4048197" y="331880"/>
          <a:ext cx="3403977" cy="1910830"/>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B2FEA5-C89B-4B41-B3B1-6D4C83F8D03C}">
      <dsp:nvSpPr>
        <dsp:cNvPr id="0" name=""/>
        <dsp:cNvSpPr/>
      </dsp:nvSpPr>
      <dsp:spPr>
        <a:xfrm>
          <a:off x="5310568" y="572654"/>
          <a:ext cx="864938" cy="834041"/>
        </a:xfrm>
        <a:prstGeom prst="rect">
          <a:avLst/>
        </a:prstGeom>
        <a:blipFill rotWithShape="1">
          <a:blip xmlns:r="http://schemas.openxmlformats.org/officeDocument/2006/relationships" r:embed="rId2"/>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FD93600-91BB-4031-9511-B1A163AEBCD6}">
      <dsp:nvSpPr>
        <dsp:cNvPr id="0" name=""/>
        <dsp:cNvSpPr/>
      </dsp:nvSpPr>
      <dsp:spPr>
        <a:xfrm>
          <a:off x="4113732" y="1650353"/>
          <a:ext cx="327290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2. Desarrollar un modelo de regresión logística</a:t>
          </a:r>
          <a:r>
            <a:rPr lang="es-MX" sz="1200" b="0" i="0" kern="1200" dirty="0"/>
            <a:t> que estime el riesgo de CRC basándose en síntomas y hallazgos clínicos.</a:t>
          </a:r>
          <a:endParaRPr lang="es-CL" sz="1200" kern="1200" dirty="0"/>
        </a:p>
      </dsp:txBody>
      <dsp:txXfrm>
        <a:off x="4113732" y="1650353"/>
        <a:ext cx="3272907" cy="515924"/>
      </dsp:txXfrm>
    </dsp:sp>
    <dsp:sp modelId="{42AB1D78-EE73-4CCD-B6B4-0D60B73E2F48}">
      <dsp:nvSpPr>
        <dsp:cNvPr id="0" name=""/>
        <dsp:cNvSpPr/>
      </dsp:nvSpPr>
      <dsp:spPr>
        <a:xfrm>
          <a:off x="8296076" y="331880"/>
          <a:ext cx="3068335" cy="1910830"/>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B4642D14-B191-4FF4-A255-98F7A7C88D1D}">
      <dsp:nvSpPr>
        <dsp:cNvPr id="0" name=""/>
        <dsp:cNvSpPr/>
      </dsp:nvSpPr>
      <dsp:spPr>
        <a:xfrm>
          <a:off x="9432112" y="624255"/>
          <a:ext cx="834182" cy="704112"/>
        </a:xfrm>
        <a:prstGeom prst="rect">
          <a:avLst/>
        </a:prstGeom>
        <a:blipFill rotWithShape="1">
          <a:blip xmlns:r="http://schemas.openxmlformats.org/officeDocument/2006/relationships" r:embed="rId3"/>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0161CE7-EF98-4813-9C2D-ECE3D28594FC}">
      <dsp:nvSpPr>
        <dsp:cNvPr id="0" name=""/>
        <dsp:cNvSpPr/>
      </dsp:nvSpPr>
      <dsp:spPr>
        <a:xfrm>
          <a:off x="8344785" y="1650353"/>
          <a:ext cx="297091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3. Validar el rendimiento del modelo</a:t>
          </a:r>
          <a:r>
            <a:rPr lang="es-MX" sz="1200" b="0" i="0" kern="1200" dirty="0"/>
            <a:t> mediante métricas estadísticas (sensibilidad, especificidad, AUC-ROC).</a:t>
          </a:r>
          <a:endParaRPr lang="es-CL" sz="1200" kern="1200" dirty="0"/>
        </a:p>
      </dsp:txBody>
      <dsp:txXfrm>
        <a:off x="8344785" y="1650353"/>
        <a:ext cx="2970917" cy="515924"/>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CaptionedPictures">
  <dgm:title val=""/>
  <dgm:desc val=""/>
  <dgm:catLst>
    <dgm:cat type="picture" pri="5000"/>
    <dgm:cat type="pictureconvert" pri="5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60" srcId="0" destId="10" srcOrd="0" destOrd="0"/>
        <dgm:cxn modelId="12" srcId="10" destId="11" srcOrd="0" destOrd="0"/>
        <dgm:cxn modelId="7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 modelId="40">
          <dgm:prSet phldr="1"/>
        </dgm:pt>
        <dgm:pt modelId="4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 modelId="90" srcId="0" destId="40" srcOrd="3" destOrd="0"/>
        <dgm:cxn modelId="42" srcId="40" destId="41" srcOrd="0" destOrd="0"/>
      </dgm:cxnLst>
      <dgm:bg/>
      <dgm:whole/>
    </dgm:dataModel>
  </dgm:clrData>
  <dgm:layoutNode name="Name0">
    <dgm:varLst>
      <dgm:chMax/>
      <dgm:chPref/>
      <dgm:dir/>
    </dgm:varLst>
    <dgm:choose name="Name1">
      <dgm:if name="Name2" func="var" arg="dir" op="equ" val="norm">
        <dgm:alg type="snake">
          <dgm:param type="off" val="ctr"/>
        </dgm:alg>
      </dgm:if>
      <dgm:else name="Name3">
        <dgm:alg type="snake">
          <dgm:param type="grDir" val="tR"/>
          <dgm:param type="off" val="ctr"/>
        </dgm:alg>
      </dgm:else>
    </dgm:choose>
    <dgm:shape xmlns:r="http://schemas.openxmlformats.org/officeDocument/2006/relationships" r:blip="">
      <dgm:adjLst/>
    </dgm:shape>
    <dgm:constrLst>
      <dgm:constr type="primFontSz" for="des" forName="Parent" op="equ"/>
      <dgm:constr type="primFontSz" for="des" forName="Child" refType="primFontSz" refFor="des" refForName="Parent" op="lte"/>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varLst>
          <dgm:chMax val="1"/>
          <dgm:chPref val="1"/>
        </dgm:varLst>
        <dgm:alg type="composite">
          <dgm:param type="ar" val="0.85"/>
        </dgm:alg>
        <dgm:shape xmlns:r="http://schemas.openxmlformats.org/officeDocument/2006/relationships" r:blip="">
          <dgm:adjLst/>
        </dgm:shape>
        <dgm:constrLst>
          <dgm:constr type="l" for="ch" forName="Accent" refType="w" fact="0"/>
          <dgm:constr type="t" for="ch" forName="Accent" refType="h" fact="0"/>
          <dgm:constr type="w" for="ch" forName="Accent" refType="w"/>
          <dgm:constr type="h" for="ch" forName="Accent" refType="h"/>
          <dgm:constr type="l" for="ch" forName="Image" refType="w" fact="0.05"/>
          <dgm:constr type="t" for="ch" forName="Image" refType="h" fact="0.04"/>
          <dgm:constr type="w" for="ch" forName="Image" refType="w" fact="0.9"/>
          <dgm:constr type="h" for="ch" forName="Image" refType="h" fact="0.65"/>
          <dgm:constr type="l" for="ch" forName="ChildComposite" refType="w" fact="0.05"/>
          <dgm:constr type="t" for="ch" forName="ChildComposite" refType="h" fact="0.69"/>
          <dgm:constr type="w" for="ch" forName="ChildComposite" refType="w" fact="0.9"/>
          <dgm:constr type="h" for="ch" forName="ChildComposite" refType="h" fact="0.27"/>
        </dgm:constrLst>
        <dgm:layoutNode name="Accent" styleLbl="trAlignAcc1">
          <dgm:varLst>
            <dgm:chMax val="0"/>
            <dgm:chPref val="0"/>
          </dgm:varLst>
          <dgm:alg type="sp"/>
          <dgm:shape xmlns:r="http://schemas.openxmlformats.org/officeDocument/2006/relationships" type="rect" r:blip="">
            <dgm:adjLst/>
          </dgm:shape>
          <dgm:presOf/>
        </dgm:layoutNode>
        <dgm:layoutNode name="Image" styleLbl="alignImgPlace1">
          <dgm:varLst>
            <dgm:chMax val="0"/>
            <dgm:chPref val="0"/>
          </dgm:varLst>
          <dgm:alg type="sp"/>
          <dgm:shape xmlns:r="http://schemas.openxmlformats.org/officeDocument/2006/relationships" type="rect" r:blip="" blipPhldr="1">
            <dgm:adjLst/>
          </dgm:shape>
          <dgm:presOf/>
        </dgm:layoutNode>
        <dgm:layoutNode name="ChildComposite">
          <dgm:alg type="composite"/>
          <dgm:shape xmlns:r="http://schemas.openxmlformats.org/officeDocument/2006/relationships" r:blip="">
            <dgm:adjLst/>
          </dgm:shape>
          <dgm:choose name="Name4">
            <dgm:if name="Name5" axis="ch" ptType="node" func="cnt" op="gte" val="1">
              <dgm:constrLst>
                <dgm:constr type="l" for="ch" forName="Parent" refType="w" fact="0"/>
                <dgm:constr type="t" for="ch" forName="Parent" refType="h" fact="0"/>
                <dgm:constr type="w" for="ch" forName="Parent" refType="w"/>
                <dgm:constr type="h" for="ch" forName="Parent" refType="h" fact="0.3704"/>
                <dgm:constr type="l" for="ch" forName="Child" refType="w" fact="0"/>
                <dgm:constr type="t" for="ch" forName="Child" refType="h" fact="0.3704"/>
                <dgm:constr type="w" for="ch" forName="Child" refType="w"/>
                <dgm:constr type="h" for="ch" forName="Child" refType="h" fact="0.6296"/>
              </dgm:constrLst>
            </dgm:if>
            <dgm:else name="Name6">
              <dgm:constrLst>
                <dgm:constr type="l" for="ch" forName="Parent" refType="w" fact="0"/>
                <dgm:constr type="t" for="ch" forName="Parent" refType="h" fact="0"/>
                <dgm:constr type="w" for="ch" forName="Parent" refType="w"/>
                <dgm:constr type="h" for="ch" forName="Parent" refType="h"/>
                <dgm:constr type="l" for="ch" forName="Child" refType="w" fact="0"/>
                <dgm:constr type="t" for="ch" forName="Child" refType="h" fact="0"/>
                <dgm:constr type="w" for="ch" forName="Child" refType="w" fact="0"/>
                <dgm:constr type="h" for="ch" forName="Child" refType="h" fact="0"/>
              </dgm:constrLst>
            </dgm:else>
          </dgm:choose>
          <dgm:layoutNode name="Child" styleLbl="node1">
            <dgm:varLst>
              <dgm:chMax val="0"/>
              <dgm:chPref val="0"/>
              <dgm:bulletEnabled val="1"/>
            </dgm:varLst>
            <dgm:choose name="Name7">
              <dgm:if name="Name8" axis="ch" ptType="node" func="cnt" op="gt" val="1">
                <dgm:alg type="tx">
                  <dgm:param type="parTxLTRAlign" val="l"/>
                  <dgm:param type="parTxRTLAlign" val="r"/>
                  <dgm:param type="txAnchorVert" val="mid"/>
                  <dgm:param type="txAnchorVertCh" val="mid"/>
                </dgm:alg>
              </dgm:if>
              <dgm:else name="Name9">
                <dgm:alg type="tx">
                  <dgm:param type="parTxLTRAlign" val="ctr"/>
                  <dgm:param type="parTxRTLAlign" val="ctr"/>
                  <dgm:param type="shpTxLTRAlignCh" val="l"/>
                  <dgm:param type="shpTxRTLAlignCh" val="r"/>
                  <dgm:param type="txAnchorVert" val="mid"/>
                  <dgm:param type="txAnchorVertCh" val="mid"/>
                </dgm:alg>
              </dgm:else>
            </dgm:choose>
            <dgm:choose name="Name10">
              <dgm:if name="Name11" axis="ch" ptType="node" func="cnt" op="gte" val="1">
                <dgm:shape xmlns:r="http://schemas.openxmlformats.org/officeDocument/2006/relationships" type="rect" r:blip="">
                  <dgm:adjLst/>
                </dgm:shape>
              </dgm:if>
              <dgm:else name="Name12">
                <dgm:shape xmlns:r="http://schemas.openxmlformats.org/officeDocument/2006/relationships" type="rect" r:blip="" hideGeom="1">
                  <dgm:adjLst/>
                </dgm:shape>
              </dgm:else>
            </dgm:choose>
            <dgm:choose name="Name13">
              <dgm:if name="Name14" axis="ch" ptType="node" func="cnt" op="gte" val="1">
                <dgm:presOf axis="des" ptType="node"/>
              </dgm:if>
              <dgm:else name="Name15">
                <dgm:presOf/>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 styleLbl="revTx">
            <dgm:varLst>
              <dgm:chMax val="1"/>
              <dgm:chPref val="0"/>
              <dgm:bulletEnabled val="1"/>
            </dgm:varLst>
            <dgm:alg type="tx">
              <dgm:param type="shpTxLTRAlignCh" val="ctr"/>
              <dgm:param type="txAnchorVert" val="mid"/>
            </dgm:alg>
            <dgm:shape xmlns:r="http://schemas.openxmlformats.org/officeDocument/2006/relationships" type="rect" r:blip="">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2B2D6A-D10B-4950-84AB-B76A76B41051}" type="datetimeFigureOut">
              <a:t>15-11-2025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2D85B4-8D15-40BA-BE63-8F85761BC2A6}" type="slidenum">
              <a:t>‹Nº›</a:t>
            </a:fld>
            <a:endParaRPr lang="es-ES"/>
          </a:p>
        </p:txBody>
      </p:sp>
    </p:spTree>
    <p:extLst>
      <p:ext uri="{BB962C8B-B14F-4D97-AF65-F5344CB8AC3E}">
        <p14:creationId xmlns:p14="http://schemas.microsoft.com/office/powerpoint/2010/main" val="15262829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1</a:t>
            </a:fld>
            <a:endParaRPr lang="es-CL"/>
          </a:p>
        </p:txBody>
      </p:sp>
    </p:spTree>
    <p:extLst>
      <p:ext uri="{BB962C8B-B14F-4D97-AF65-F5344CB8AC3E}">
        <p14:creationId xmlns:p14="http://schemas.microsoft.com/office/powerpoint/2010/main" val="26953168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2</a:t>
            </a:fld>
            <a:endParaRPr lang="es-CL"/>
          </a:p>
        </p:txBody>
      </p:sp>
    </p:spTree>
    <p:extLst>
      <p:ext uri="{BB962C8B-B14F-4D97-AF65-F5344CB8AC3E}">
        <p14:creationId xmlns:p14="http://schemas.microsoft.com/office/powerpoint/2010/main" val="1422311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89E16-CE75-12B7-DBCA-E0399CAA519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D842B55-6D13-626A-8EB5-6C23C6A9DCC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B098AFD-596C-D492-0E92-8985C2562244}"/>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696B893-1E39-EE5F-077D-F1F984B1DE67}"/>
              </a:ext>
            </a:extLst>
          </p:cNvPr>
          <p:cNvSpPr>
            <a:spLocks noGrp="1"/>
          </p:cNvSpPr>
          <p:nvPr>
            <p:ph type="sldNum" sz="quarter" idx="5"/>
          </p:nvPr>
        </p:nvSpPr>
        <p:spPr/>
        <p:txBody>
          <a:bodyPr/>
          <a:lstStyle/>
          <a:p>
            <a:fld id="{D32D85B4-8D15-40BA-BE63-8F85761BC2A6}" type="slidenum">
              <a:rPr lang="es-CL" smtClean="0"/>
              <a:t>3</a:t>
            </a:fld>
            <a:endParaRPr lang="es-CL"/>
          </a:p>
        </p:txBody>
      </p:sp>
    </p:spTree>
    <p:extLst>
      <p:ext uri="{BB962C8B-B14F-4D97-AF65-F5344CB8AC3E}">
        <p14:creationId xmlns:p14="http://schemas.microsoft.com/office/powerpoint/2010/main" val="36721792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57F0B-912C-C010-388E-30F0443845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BC70651-DD4D-7971-E6BB-4DDE82CA537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33BEFF5-3310-1A2B-81BD-4A820E1D7936}"/>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B8E5776F-5A1E-5DED-55A9-336048373A75}"/>
              </a:ext>
            </a:extLst>
          </p:cNvPr>
          <p:cNvSpPr>
            <a:spLocks noGrp="1"/>
          </p:cNvSpPr>
          <p:nvPr>
            <p:ph type="sldNum" sz="quarter" idx="5"/>
          </p:nvPr>
        </p:nvSpPr>
        <p:spPr/>
        <p:txBody>
          <a:bodyPr/>
          <a:lstStyle/>
          <a:p>
            <a:fld id="{D32D85B4-8D15-40BA-BE63-8F85761BC2A6}" type="slidenum">
              <a:rPr lang="es-CL" smtClean="0"/>
              <a:t>4</a:t>
            </a:fld>
            <a:endParaRPr lang="es-CL"/>
          </a:p>
        </p:txBody>
      </p:sp>
    </p:spTree>
    <p:extLst>
      <p:ext uri="{BB962C8B-B14F-4D97-AF65-F5344CB8AC3E}">
        <p14:creationId xmlns:p14="http://schemas.microsoft.com/office/powerpoint/2010/main" val="2929295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FE60D-1614-3DE2-FBE0-C9667D0FF69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CAB4A0-8482-8680-36E8-50D1268C6EA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FA308B0-C629-3072-BDD2-FF21121C25CC}"/>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B8CE7A50-E928-08E9-4C3B-775DD0BD56E4}"/>
              </a:ext>
            </a:extLst>
          </p:cNvPr>
          <p:cNvSpPr>
            <a:spLocks noGrp="1"/>
          </p:cNvSpPr>
          <p:nvPr>
            <p:ph type="sldNum" sz="quarter" idx="5"/>
          </p:nvPr>
        </p:nvSpPr>
        <p:spPr/>
        <p:txBody>
          <a:bodyPr/>
          <a:lstStyle/>
          <a:p>
            <a:fld id="{D32D85B4-8D15-40BA-BE63-8F85761BC2A6}" type="slidenum">
              <a:rPr lang="es-CL" smtClean="0"/>
              <a:t>5</a:t>
            </a:fld>
            <a:endParaRPr lang="es-CL"/>
          </a:p>
        </p:txBody>
      </p:sp>
    </p:spTree>
    <p:extLst>
      <p:ext uri="{BB962C8B-B14F-4D97-AF65-F5344CB8AC3E}">
        <p14:creationId xmlns:p14="http://schemas.microsoft.com/office/powerpoint/2010/main" val="3905916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009B8-40F8-A703-49AC-338F956EECB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08DD53-6A12-CAF3-5EB8-63BEE28672B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47E85B-9925-54A0-917E-39DC79118FF4}"/>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2DF0BF5-6F12-B91A-A442-FD12F667F34A}"/>
              </a:ext>
            </a:extLst>
          </p:cNvPr>
          <p:cNvSpPr>
            <a:spLocks noGrp="1"/>
          </p:cNvSpPr>
          <p:nvPr>
            <p:ph type="sldNum" sz="quarter" idx="5"/>
          </p:nvPr>
        </p:nvSpPr>
        <p:spPr/>
        <p:txBody>
          <a:bodyPr/>
          <a:lstStyle/>
          <a:p>
            <a:fld id="{D32D85B4-8D15-40BA-BE63-8F85761BC2A6}" type="slidenum">
              <a:rPr lang="es-CL" smtClean="0"/>
              <a:t>6</a:t>
            </a:fld>
            <a:endParaRPr lang="es-CL"/>
          </a:p>
        </p:txBody>
      </p:sp>
    </p:spTree>
    <p:extLst>
      <p:ext uri="{BB962C8B-B14F-4D97-AF65-F5344CB8AC3E}">
        <p14:creationId xmlns:p14="http://schemas.microsoft.com/office/powerpoint/2010/main" val="36542573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EA94-B985-0A0F-7D03-0273E68E02A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F2B0930-32F7-16D6-9AC0-F2A9FEBD842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16DBBEE-239E-54D9-075A-D8C8CFF4C51E}"/>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8FC6744-0A15-C69B-6BB5-AA13F8613603}"/>
              </a:ext>
            </a:extLst>
          </p:cNvPr>
          <p:cNvSpPr>
            <a:spLocks noGrp="1"/>
          </p:cNvSpPr>
          <p:nvPr>
            <p:ph type="sldNum" sz="quarter" idx="5"/>
          </p:nvPr>
        </p:nvSpPr>
        <p:spPr/>
        <p:txBody>
          <a:bodyPr/>
          <a:lstStyle/>
          <a:p>
            <a:fld id="{D32D85B4-8D15-40BA-BE63-8F85761BC2A6}" type="slidenum">
              <a:rPr lang="es-CL" smtClean="0"/>
              <a:t>7</a:t>
            </a:fld>
            <a:endParaRPr lang="es-CL"/>
          </a:p>
        </p:txBody>
      </p:sp>
    </p:spTree>
    <p:extLst>
      <p:ext uri="{BB962C8B-B14F-4D97-AF65-F5344CB8AC3E}">
        <p14:creationId xmlns:p14="http://schemas.microsoft.com/office/powerpoint/2010/main" val="2536990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B07C-EABD-A83E-EBFB-F26FFA1D182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8AFE46A-FA93-D507-CBA7-D15571BC647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E2585E3-9C61-82F5-2684-08D109E855B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5B4070CF-DAC8-95E1-81E5-EE8C14544A89}"/>
              </a:ext>
            </a:extLst>
          </p:cNvPr>
          <p:cNvSpPr>
            <a:spLocks noGrp="1"/>
          </p:cNvSpPr>
          <p:nvPr>
            <p:ph type="sldNum" sz="quarter" idx="5"/>
          </p:nvPr>
        </p:nvSpPr>
        <p:spPr/>
        <p:txBody>
          <a:bodyPr/>
          <a:lstStyle/>
          <a:p>
            <a:fld id="{D32D85B4-8D15-40BA-BE63-8F85761BC2A6}" type="slidenum">
              <a:rPr lang="es-CL" smtClean="0"/>
              <a:t>8</a:t>
            </a:fld>
            <a:endParaRPr lang="es-CL"/>
          </a:p>
        </p:txBody>
      </p:sp>
    </p:spTree>
    <p:extLst>
      <p:ext uri="{BB962C8B-B14F-4D97-AF65-F5344CB8AC3E}">
        <p14:creationId xmlns:p14="http://schemas.microsoft.com/office/powerpoint/2010/main" val="2774678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04A56-F3E8-FDB4-EB8F-D573BC8765A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C487C5-8F72-529C-713C-71898633C34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5B6BF18-4AE2-F24C-67F6-1CDEC6D7491A}"/>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DD8EC4E7-ED49-8D9C-3AA8-7F4678708DB3}"/>
              </a:ext>
            </a:extLst>
          </p:cNvPr>
          <p:cNvSpPr>
            <a:spLocks noGrp="1"/>
          </p:cNvSpPr>
          <p:nvPr>
            <p:ph type="sldNum" sz="quarter" idx="5"/>
          </p:nvPr>
        </p:nvSpPr>
        <p:spPr/>
        <p:txBody>
          <a:bodyPr/>
          <a:lstStyle/>
          <a:p>
            <a:fld id="{D32D85B4-8D15-40BA-BE63-8F85761BC2A6}" type="slidenum">
              <a:rPr lang="es-CL" smtClean="0"/>
              <a:t>9</a:t>
            </a:fld>
            <a:endParaRPr lang="es-CL"/>
          </a:p>
        </p:txBody>
      </p:sp>
    </p:spTree>
    <p:extLst>
      <p:ext uri="{BB962C8B-B14F-4D97-AF65-F5344CB8AC3E}">
        <p14:creationId xmlns:p14="http://schemas.microsoft.com/office/powerpoint/2010/main" val="26422478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A9919-AE54-44B9-8B63-05F2AE7888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4A32B80-87A1-01EC-B631-9C3F56C8302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90D4E91-7BE7-DA52-610E-9D59412DEF4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515AB0B-FFEC-34BB-C0F7-9F492FA956BD}"/>
              </a:ext>
            </a:extLst>
          </p:cNvPr>
          <p:cNvSpPr>
            <a:spLocks noGrp="1"/>
          </p:cNvSpPr>
          <p:nvPr>
            <p:ph type="sldNum" sz="quarter" idx="5"/>
          </p:nvPr>
        </p:nvSpPr>
        <p:spPr/>
        <p:txBody>
          <a:bodyPr/>
          <a:lstStyle/>
          <a:p>
            <a:fld id="{D32D85B4-8D15-40BA-BE63-8F85761BC2A6}" type="slidenum">
              <a:rPr lang="es-CL" smtClean="0"/>
              <a:t>10</a:t>
            </a:fld>
            <a:endParaRPr lang="es-CL"/>
          </a:p>
        </p:txBody>
      </p:sp>
    </p:spTree>
    <p:extLst>
      <p:ext uri="{BB962C8B-B14F-4D97-AF65-F5344CB8AC3E}">
        <p14:creationId xmlns:p14="http://schemas.microsoft.com/office/powerpoint/2010/main" val="3135678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5C432-D2B4-7D30-843C-45DB2878623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9C70BF-EB4A-9937-2E49-576C5A3BF25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FFA8768-5A0F-AC46-E0B6-948F01A7B7D3}"/>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C722B09A-3209-70BC-8C04-12BE2238E7C7}"/>
              </a:ext>
            </a:extLst>
          </p:cNvPr>
          <p:cNvSpPr>
            <a:spLocks noGrp="1"/>
          </p:cNvSpPr>
          <p:nvPr>
            <p:ph type="sldNum" sz="quarter" idx="5"/>
          </p:nvPr>
        </p:nvSpPr>
        <p:spPr/>
        <p:txBody>
          <a:bodyPr/>
          <a:lstStyle/>
          <a:p>
            <a:fld id="{D32D85B4-8D15-40BA-BE63-8F85761BC2A6}" type="slidenum">
              <a:rPr lang="es-CL" smtClean="0"/>
              <a:t>11</a:t>
            </a:fld>
            <a:endParaRPr lang="es-CL"/>
          </a:p>
        </p:txBody>
      </p:sp>
    </p:spTree>
    <p:extLst>
      <p:ext uri="{BB962C8B-B14F-4D97-AF65-F5344CB8AC3E}">
        <p14:creationId xmlns:p14="http://schemas.microsoft.com/office/powerpoint/2010/main" val="6559879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1BF1B-5E25-726E-1E11-C1F05685B5C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DBDE2F5-B5DF-F7EB-BB9C-E2C88C09F01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E76C451-B83D-2BA4-4002-3F6C2414023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70CAC7B-8696-3AA2-15FE-F43E3C851D7E}"/>
              </a:ext>
            </a:extLst>
          </p:cNvPr>
          <p:cNvSpPr>
            <a:spLocks noGrp="1"/>
          </p:cNvSpPr>
          <p:nvPr>
            <p:ph type="sldNum" sz="quarter" idx="5"/>
          </p:nvPr>
        </p:nvSpPr>
        <p:spPr/>
        <p:txBody>
          <a:bodyPr/>
          <a:lstStyle/>
          <a:p>
            <a:fld id="{D32D85B4-8D15-40BA-BE63-8F85761BC2A6}" type="slidenum">
              <a:rPr lang="es-CL" smtClean="0"/>
              <a:t>12</a:t>
            </a:fld>
            <a:endParaRPr lang="es-CL"/>
          </a:p>
        </p:txBody>
      </p:sp>
    </p:spTree>
    <p:extLst>
      <p:ext uri="{BB962C8B-B14F-4D97-AF65-F5344CB8AC3E}">
        <p14:creationId xmlns:p14="http://schemas.microsoft.com/office/powerpoint/2010/main" val="24929407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FB249-3F02-5814-A2F1-E89724E3E1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F965E29-2D5B-62F6-6151-74698A8A584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C574FC-4184-F0EB-AC1D-63CEFB9ECB05}"/>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9A06561-D1F7-5717-D3DD-3F7C8FDEF584}"/>
              </a:ext>
            </a:extLst>
          </p:cNvPr>
          <p:cNvSpPr>
            <a:spLocks noGrp="1"/>
          </p:cNvSpPr>
          <p:nvPr>
            <p:ph type="sldNum" sz="quarter" idx="5"/>
          </p:nvPr>
        </p:nvSpPr>
        <p:spPr/>
        <p:txBody>
          <a:bodyPr/>
          <a:lstStyle/>
          <a:p>
            <a:fld id="{D32D85B4-8D15-40BA-BE63-8F85761BC2A6}" type="slidenum">
              <a:rPr lang="es-CL" smtClean="0"/>
              <a:t>13</a:t>
            </a:fld>
            <a:endParaRPr lang="es-CL"/>
          </a:p>
        </p:txBody>
      </p:sp>
    </p:spTree>
    <p:extLst>
      <p:ext uri="{BB962C8B-B14F-4D97-AF65-F5344CB8AC3E}">
        <p14:creationId xmlns:p14="http://schemas.microsoft.com/office/powerpoint/2010/main" val="19719811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BDD500C1-193D-466C-BA19-529CD99380B0}" type="datetime1">
              <a:rPr lang="es-CL" smtClean="0"/>
              <a:t>15-11-2025</a:t>
            </a:fld>
            <a:endParaRPr lang="es-CL"/>
          </a:p>
        </p:txBody>
      </p:sp>
      <p:sp>
        <p:nvSpPr>
          <p:cNvPr id="5" name="Footer Placeholder 4"/>
          <p:cNvSpPr>
            <a:spLocks noGrp="1"/>
          </p:cNvSpPr>
          <p:nvPr>
            <p:ph type="ftr" sz="quarter" idx="11"/>
          </p:nvPr>
        </p:nvSpPr>
        <p:spPr/>
        <p:txBody>
          <a:bodyPr/>
          <a:lstStyle/>
          <a:p>
            <a:r>
              <a:rPr lang="es-MX"/>
              <a:t>MSI600 - INTRODUCCIÓN CIENCIA DE DATOS</a:t>
            </a:r>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81876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43DAE21C-8755-4C47-9BC8-DA71F60B3971}" type="datetime1">
              <a:rPr lang="es-CL" smtClean="0"/>
              <a:t>15-11-2025</a:t>
            </a:fld>
            <a:endParaRPr lang="es-CL"/>
          </a:p>
        </p:txBody>
      </p:sp>
      <p:sp>
        <p:nvSpPr>
          <p:cNvPr id="5" name="Footer Placeholder 4"/>
          <p:cNvSpPr>
            <a:spLocks noGrp="1"/>
          </p:cNvSpPr>
          <p:nvPr>
            <p:ph type="ftr" sz="quarter" idx="11"/>
          </p:nvPr>
        </p:nvSpPr>
        <p:spPr/>
        <p:txBody>
          <a:bodyPr/>
          <a:lstStyle/>
          <a:p>
            <a:r>
              <a:rPr lang="es-MX"/>
              <a:t>MSI600 - INTRODUCCIÓN CIENCIA DE DATOS</a:t>
            </a:r>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777784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8E458565-2487-4F43-8934-E52A058854BE}" type="datetime1">
              <a:rPr lang="es-CL" smtClean="0"/>
              <a:t>15-11-2025</a:t>
            </a:fld>
            <a:endParaRPr lang="es-CL"/>
          </a:p>
        </p:txBody>
      </p:sp>
      <p:sp>
        <p:nvSpPr>
          <p:cNvPr id="5" name="Footer Placeholder 4"/>
          <p:cNvSpPr>
            <a:spLocks noGrp="1"/>
          </p:cNvSpPr>
          <p:nvPr>
            <p:ph type="ftr" sz="quarter" idx="11"/>
          </p:nvPr>
        </p:nvSpPr>
        <p:spPr/>
        <p:txBody>
          <a:bodyPr/>
          <a:lstStyle/>
          <a:p>
            <a:r>
              <a:rPr lang="es-MX"/>
              <a:t>MSI600 - INTRODUCCIÓN CIENCIA DE DATOS</a:t>
            </a:r>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463483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96A236D2-A8DB-4873-9CF3-122A89EE4DFB}" type="datetime1">
              <a:rPr lang="es-CL" smtClean="0"/>
              <a:t>15-11-2025</a:t>
            </a:fld>
            <a:endParaRPr lang="es-CL"/>
          </a:p>
        </p:txBody>
      </p:sp>
      <p:sp>
        <p:nvSpPr>
          <p:cNvPr id="6" name="Footer Placeholder 5"/>
          <p:cNvSpPr>
            <a:spLocks noGrp="1"/>
          </p:cNvSpPr>
          <p:nvPr>
            <p:ph type="ftr" sz="quarter" idx="11"/>
          </p:nvPr>
        </p:nvSpPr>
        <p:spPr/>
        <p:txBody>
          <a:bodyPr/>
          <a:lstStyle/>
          <a:p>
            <a:r>
              <a:rPr lang="es-MX"/>
              <a:t>MSI600 - INTRODUCCIÓN CIENCIA DE DATOS</a:t>
            </a:r>
            <a:endParaRPr lang="es-CL"/>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16437286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A974421A-8B2C-4E77-A0B2-02DE27D440B9}" type="datetime1">
              <a:rPr lang="es-CL" smtClean="0"/>
              <a:t>15-11-2025</a:t>
            </a:fld>
            <a:endParaRPr lang="es-CL"/>
          </a:p>
        </p:txBody>
      </p:sp>
      <p:sp>
        <p:nvSpPr>
          <p:cNvPr id="8" name="Footer Placeholder 7"/>
          <p:cNvSpPr>
            <a:spLocks noGrp="1"/>
          </p:cNvSpPr>
          <p:nvPr>
            <p:ph type="ftr" sz="quarter" idx="11"/>
          </p:nvPr>
        </p:nvSpPr>
        <p:spPr/>
        <p:txBody>
          <a:bodyPr/>
          <a:lstStyle/>
          <a:p>
            <a:r>
              <a:rPr lang="es-MX"/>
              <a:t>MSI600 - INTRODUCCIÓN CIENCIA DE DATOS</a:t>
            </a:r>
            <a:endParaRPr lang="es-CL"/>
          </a:p>
        </p:txBody>
      </p:sp>
      <p:sp>
        <p:nvSpPr>
          <p:cNvPr id="9" name="Slide Number Placeholder 8"/>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19648946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B1C24CD4-A5D9-4150-A215-8F54EFF05417}" type="datetime1">
              <a:rPr lang="es-CL" smtClean="0"/>
              <a:t>15-11-2025</a:t>
            </a:fld>
            <a:endParaRPr lang="es-CL"/>
          </a:p>
        </p:txBody>
      </p:sp>
      <p:sp>
        <p:nvSpPr>
          <p:cNvPr id="4" name="Footer Placeholder 3"/>
          <p:cNvSpPr>
            <a:spLocks noGrp="1"/>
          </p:cNvSpPr>
          <p:nvPr>
            <p:ph type="ftr" sz="quarter" idx="11"/>
          </p:nvPr>
        </p:nvSpPr>
        <p:spPr/>
        <p:txBody>
          <a:bodyPr/>
          <a:lstStyle/>
          <a:p>
            <a:r>
              <a:rPr lang="es-MX"/>
              <a:t>MSI600 - INTRODUCCIÓN CIENCIA DE DATOS</a:t>
            </a:r>
            <a:endParaRPr lang="es-CL"/>
          </a:p>
        </p:txBody>
      </p:sp>
      <p:sp>
        <p:nvSpPr>
          <p:cNvPr id="5" name="Slide Number Placeholder 4"/>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21148329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A435D1-47BD-487C-A83D-C4C768926A5F}" type="datetime1">
              <a:rPr lang="es-CL" smtClean="0"/>
              <a:t>15-11-2025</a:t>
            </a:fld>
            <a:endParaRPr lang="es-CL"/>
          </a:p>
        </p:txBody>
      </p:sp>
      <p:sp>
        <p:nvSpPr>
          <p:cNvPr id="3" name="Footer Placeholder 2"/>
          <p:cNvSpPr>
            <a:spLocks noGrp="1"/>
          </p:cNvSpPr>
          <p:nvPr>
            <p:ph type="ftr" sz="quarter" idx="11"/>
          </p:nvPr>
        </p:nvSpPr>
        <p:spPr/>
        <p:txBody>
          <a:bodyPr/>
          <a:lstStyle/>
          <a:p>
            <a:r>
              <a:rPr lang="es-MX"/>
              <a:t>MSI600 - INTRODUCCIÓN CIENCIA DE DATOS</a:t>
            </a:r>
            <a:endParaRPr lang="es-CL"/>
          </a:p>
        </p:txBody>
      </p:sp>
      <p:sp>
        <p:nvSpPr>
          <p:cNvPr id="4" name="Slide Number Placeholder 3"/>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474201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A683E110-4BCD-4DB5-9BB1-FE2F083E0D4C}" type="datetime1">
              <a:rPr lang="es-CL" smtClean="0"/>
              <a:t>15-11-2025</a:t>
            </a:fld>
            <a:endParaRPr lang="es-CL"/>
          </a:p>
        </p:txBody>
      </p:sp>
      <p:sp>
        <p:nvSpPr>
          <p:cNvPr id="6" name="Footer Placeholder 5"/>
          <p:cNvSpPr>
            <a:spLocks noGrp="1"/>
          </p:cNvSpPr>
          <p:nvPr>
            <p:ph type="ftr" sz="quarter" idx="11"/>
          </p:nvPr>
        </p:nvSpPr>
        <p:spPr/>
        <p:txBody>
          <a:bodyPr/>
          <a:lstStyle/>
          <a:p>
            <a:r>
              <a:rPr lang="es-MX"/>
              <a:t>MSI600 - INTRODUCCIÓN CIENCIA DE DATOS</a:t>
            </a:r>
            <a:endParaRPr lang="es-CL"/>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1242401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MX"/>
              <a:t>Haz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94CACA55-7F1D-4061-AA7B-77C3B9068DBD}" type="datetime1">
              <a:rPr lang="es-CL" smtClean="0"/>
              <a:t>15-11-2025</a:t>
            </a:fld>
            <a:endParaRPr lang="es-CL"/>
          </a:p>
        </p:txBody>
      </p:sp>
      <p:sp>
        <p:nvSpPr>
          <p:cNvPr id="6" name="Footer Placeholder 5"/>
          <p:cNvSpPr>
            <a:spLocks noGrp="1"/>
          </p:cNvSpPr>
          <p:nvPr>
            <p:ph type="ftr" sz="quarter" idx="11"/>
          </p:nvPr>
        </p:nvSpPr>
        <p:spPr/>
        <p:txBody>
          <a:bodyPr/>
          <a:lstStyle/>
          <a:p>
            <a:r>
              <a:rPr lang="es-MX"/>
              <a:t>MSI600 - INTRODUCCIÓN CIENCIA DE DATOS</a:t>
            </a:r>
            <a:endParaRPr lang="es-CL"/>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1571960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36E3F141-C171-49B6-A38E-06F7755E5F72}" type="datetime1">
              <a:rPr lang="es-CL" smtClean="0"/>
              <a:t>15-11-2025</a:t>
            </a:fld>
            <a:endParaRPr lang="es-CL"/>
          </a:p>
        </p:txBody>
      </p:sp>
      <p:sp>
        <p:nvSpPr>
          <p:cNvPr id="5" name="Footer Placeholder 4"/>
          <p:cNvSpPr>
            <a:spLocks noGrp="1"/>
          </p:cNvSpPr>
          <p:nvPr>
            <p:ph type="ftr" sz="quarter" idx="11"/>
          </p:nvPr>
        </p:nvSpPr>
        <p:spPr/>
        <p:txBody>
          <a:bodyPr/>
          <a:lstStyle/>
          <a:p>
            <a:r>
              <a:rPr lang="es-MX"/>
              <a:t>MSI600 - INTRODUCCIÓN CIENCIA DE DATOS</a:t>
            </a:r>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3224430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0D3F19D1-0FE2-426C-97DA-07152340B981}" type="datetime1">
              <a:rPr lang="es-CL" smtClean="0"/>
              <a:t>15-11-2025</a:t>
            </a:fld>
            <a:endParaRPr lang="es-CL"/>
          </a:p>
        </p:txBody>
      </p:sp>
      <p:sp>
        <p:nvSpPr>
          <p:cNvPr id="5" name="Footer Placeholder 4"/>
          <p:cNvSpPr>
            <a:spLocks noGrp="1"/>
          </p:cNvSpPr>
          <p:nvPr>
            <p:ph type="ftr" sz="quarter" idx="11"/>
          </p:nvPr>
        </p:nvSpPr>
        <p:spPr/>
        <p:txBody>
          <a:bodyPr/>
          <a:lstStyle/>
          <a:p>
            <a:r>
              <a:rPr lang="es-MX"/>
              <a:t>MSI600 - INTRODUCCIÓN CIENCIA DE DATOS</a:t>
            </a:r>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3811924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361D378-4650-4D9F-A1E9-478C02A7DF05}" type="datetime1">
              <a:rPr lang="es-CL" smtClean="0"/>
              <a:t>15-11-2025</a:t>
            </a:fld>
            <a:endParaRPr lang="es-CL"/>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s-MX"/>
              <a:t>MSI600 - INTRODUCCIÓN CIENCIA DE DATOS</a:t>
            </a:r>
            <a:endParaRPr lang="es-CL"/>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4E32BF-339A-4FD7-AF2D-884DBB49ECE9}" type="slidenum">
              <a:rPr lang="es-CL" smtClean="0"/>
              <a:t>‹Nº›</a:t>
            </a:fld>
            <a:endParaRPr lang="es-CL"/>
          </a:p>
        </p:txBody>
      </p:sp>
    </p:spTree>
    <p:extLst>
      <p:ext uri="{BB962C8B-B14F-4D97-AF65-F5344CB8AC3E}">
        <p14:creationId xmlns:p14="http://schemas.microsoft.com/office/powerpoint/2010/main" val="8336098"/>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microsoft.com/office/2018/10/relationships/comments" Target="../comments/modernComment_7BBF578F_ED886971.xml"/><Relationship Id="rId7" Type="http://schemas.openxmlformats.org/officeDocument/2006/relationships/diagramLayout" Target="../diagrams/layout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3.xml.rels><?xml version="1.0" encoding="UTF-8" standalone="yes"?>
<Relationships xmlns="http://schemas.openxmlformats.org/package/2006/relationships"><Relationship Id="rId8" Type="http://schemas.openxmlformats.org/officeDocument/2006/relationships/image" Target="../media/image7.jpeg"/><Relationship Id="rId3" Type="http://schemas.microsoft.com/office/2018/10/relationships/comments" Target="../comments/modernComment_7BBF5796_ED99224E.xml"/><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2.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2.xml"/><Relationship Id="rId3" Type="http://schemas.microsoft.com/office/2018/10/relationships/comments" Target="../comments/modernComment_7BBF5795_E4D899E3.xml"/><Relationship Id="rId7" Type="http://schemas.openxmlformats.org/officeDocument/2006/relationships/diagramQuickStyle" Target="../diagrams/quickStyle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2.png"/><Relationship Id="rId9" Type="http://schemas.microsoft.com/office/2007/relationships/diagramDrawing" Target="../diagrams/drawing2.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microsoft.com/office/2018/10/relationships/comments" Target="../comments/modernComment_7BBF5791_8474DF0E.xml"/><Relationship Id="rId7"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image" Target="../media/image14.png"/><Relationship Id="rId10" Type="http://schemas.openxmlformats.org/officeDocument/2006/relationships/image" Target="../media/image18.png"/><Relationship Id="rId4" Type="http://schemas.openxmlformats.org/officeDocument/2006/relationships/image" Target="../media/image2.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microsoft.com/office/2018/10/relationships/comments" Target="../comments/modernComment_7BBF5792_F6775C34.xm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extLst>
              <a:ext uri="{BEBA8EAE-BF5A-486C-A8C5-ECC9F3942E4B}">
                <a14:imgProps xmlns:a14="http://schemas.microsoft.com/office/drawing/2010/main">
                  <a14:imgLayer r:embed="rId4">
                    <a14:imgEffect>
                      <a14:sharpenSoften amount="-72000"/>
                    </a14:imgEffect>
                    <a14:imgEffect>
                      <a14:colorTemperature colorTemp="11500"/>
                    </a14:imgEffect>
                    <a14:imgEffect>
                      <a14:saturation sat="37000"/>
                    </a14:imgEffect>
                    <a14:imgEffect>
                      <a14:brightnessContrast bright="-15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sp>
        <p:nvSpPr>
          <p:cNvPr id="8" name="Subtítulo 2">
            <a:extLst>
              <a:ext uri="{FF2B5EF4-FFF2-40B4-BE49-F238E27FC236}">
                <a16:creationId xmlns:a16="http://schemas.microsoft.com/office/drawing/2014/main" id="{41860A79-B110-9F78-3978-77AFA70E5855}"/>
              </a:ext>
            </a:extLst>
          </p:cNvPr>
          <p:cNvSpPr txBox="1">
            <a:spLocks/>
          </p:cNvSpPr>
          <p:nvPr/>
        </p:nvSpPr>
        <p:spPr>
          <a:xfrm>
            <a:off x="-32010" y="6143528"/>
            <a:ext cx="12192000" cy="425644"/>
          </a:xfrm>
          <a:prstGeom prst="rect">
            <a:avLst/>
          </a:prstGeom>
        </p:spPr>
        <p:txBody>
          <a:bodyPr vert="horz" lIns="91440" tIns="45720" rIns="91440" bIns="45720" rtlCol="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s-ES" sz="1200" dirty="0">
                <a:solidFill>
                  <a:srgbClr val="FFFFFF"/>
                </a:solidFill>
                <a:latin typeface="Montserrat" pitchFamily="2" charset="77"/>
                <a:ea typeface="Calibri"/>
                <a:cs typeface="Calibri"/>
              </a:rPr>
              <a:t>Noviembre - 2025</a:t>
            </a:r>
          </a:p>
          <a:p>
            <a:endParaRPr lang="es-ES" sz="1200" dirty="0">
              <a:solidFill>
                <a:srgbClr val="FFFFFF"/>
              </a:solidFill>
              <a:latin typeface="Montserrat" pitchFamily="2" charset="77"/>
              <a:ea typeface="Calibri"/>
              <a:cs typeface="Calibri"/>
            </a:endParaRPr>
          </a:p>
          <a:p>
            <a:endParaRPr lang="es-ES" sz="1200" dirty="0">
              <a:solidFill>
                <a:srgbClr val="FFFFFF"/>
              </a:solidFill>
              <a:latin typeface="Montserrat" pitchFamily="2" charset="77"/>
              <a:ea typeface="Calibri"/>
              <a:cs typeface="Calibri"/>
            </a:endParaRPr>
          </a:p>
        </p:txBody>
      </p:sp>
      <p:sp>
        <p:nvSpPr>
          <p:cNvPr id="2" name="Título 1">
            <a:extLst>
              <a:ext uri="{FF2B5EF4-FFF2-40B4-BE49-F238E27FC236}">
                <a16:creationId xmlns:a16="http://schemas.microsoft.com/office/drawing/2014/main" id="{8261AC4D-D56B-FCD9-2D31-C2C2E0662094}"/>
              </a:ext>
            </a:extLst>
          </p:cNvPr>
          <p:cNvSpPr txBox="1">
            <a:spLocks/>
          </p:cNvSpPr>
          <p:nvPr/>
        </p:nvSpPr>
        <p:spPr>
          <a:xfrm>
            <a:off x="665958" y="2155121"/>
            <a:ext cx="10796067" cy="1255614"/>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ES" sz="5400" dirty="0">
                <a:solidFill>
                  <a:srgbClr val="FFFFFF"/>
                </a:solidFill>
                <a:latin typeface="Montserrat" pitchFamily="2" charset="77"/>
                <a:cs typeface="Calibri Light"/>
              </a:rPr>
              <a:t>Aplicaciones en ciencia de datos</a:t>
            </a:r>
            <a:endParaRPr lang="es-ES" sz="5400" dirty="0">
              <a:solidFill>
                <a:srgbClr val="FFFFFF"/>
              </a:solidFill>
              <a:latin typeface="Montserrat" pitchFamily="2" charset="77"/>
            </a:endParaRPr>
          </a:p>
        </p:txBody>
      </p:sp>
      <p:sp>
        <p:nvSpPr>
          <p:cNvPr id="5" name="Rectángulo 4">
            <a:extLst>
              <a:ext uri="{FF2B5EF4-FFF2-40B4-BE49-F238E27FC236}">
                <a16:creationId xmlns:a16="http://schemas.microsoft.com/office/drawing/2014/main" id="{2944E5F5-76E7-7915-76DC-35DD2BF31062}"/>
              </a:ext>
            </a:extLst>
          </p:cNvPr>
          <p:cNvSpPr/>
          <p:nvPr/>
        </p:nvSpPr>
        <p:spPr>
          <a:xfrm>
            <a:off x="653217" y="3478378"/>
            <a:ext cx="10860084" cy="4571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9" name="Imagen 8">
            <a:extLst>
              <a:ext uri="{FF2B5EF4-FFF2-40B4-BE49-F238E27FC236}">
                <a16:creationId xmlns:a16="http://schemas.microsoft.com/office/drawing/2014/main" id="{50049516-04B1-49E2-CC29-A48B3B898DA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15170" y="372974"/>
            <a:ext cx="4562771" cy="1545455"/>
          </a:xfrm>
          <a:prstGeom prst="rect">
            <a:avLst/>
          </a:prstGeom>
        </p:spPr>
      </p:pic>
      <p:sp>
        <p:nvSpPr>
          <p:cNvPr id="11" name="CuadroTexto 10">
            <a:extLst>
              <a:ext uri="{FF2B5EF4-FFF2-40B4-BE49-F238E27FC236}">
                <a16:creationId xmlns:a16="http://schemas.microsoft.com/office/drawing/2014/main" id="{32798937-C6EC-C9F9-C757-7E6F0539318D}"/>
              </a:ext>
            </a:extLst>
          </p:cNvPr>
          <p:cNvSpPr txBox="1"/>
          <p:nvPr/>
        </p:nvSpPr>
        <p:spPr>
          <a:xfrm>
            <a:off x="1179478" y="3742052"/>
            <a:ext cx="9769025" cy="1107996"/>
          </a:xfrm>
          <a:prstGeom prst="rect">
            <a:avLst/>
          </a:prstGeom>
          <a:noFill/>
        </p:spPr>
        <p:txBody>
          <a:bodyPr wrap="square" rtlCol="0">
            <a:spAutoFit/>
          </a:bodyPr>
          <a:lstStyle/>
          <a:p>
            <a:pPr algn="ctr"/>
            <a:r>
              <a:rPr lang="es-MX" sz="2400" dirty="0">
                <a:solidFill>
                  <a:srgbClr val="FFFFFF"/>
                </a:solidFill>
                <a:latin typeface="Montserrat" pitchFamily="2" charset="77"/>
                <a:ea typeface="+mj-ea"/>
                <a:cs typeface="Calibri Light"/>
              </a:rPr>
              <a:t>Modelo predictivo basado en síntomas para el diagnóstico de cáncer colorrectal</a:t>
            </a:r>
          </a:p>
          <a:p>
            <a:pPr algn="ctr"/>
            <a:endParaRPr lang="es-CL" dirty="0"/>
          </a:p>
        </p:txBody>
      </p:sp>
      <p:sp>
        <p:nvSpPr>
          <p:cNvPr id="12" name="CuadroTexto 11">
            <a:extLst>
              <a:ext uri="{FF2B5EF4-FFF2-40B4-BE49-F238E27FC236}">
                <a16:creationId xmlns:a16="http://schemas.microsoft.com/office/drawing/2014/main" id="{F63E6B02-5A7C-CD85-4F88-786AE6D1F0BA}"/>
              </a:ext>
            </a:extLst>
          </p:cNvPr>
          <p:cNvSpPr txBox="1"/>
          <p:nvPr/>
        </p:nvSpPr>
        <p:spPr>
          <a:xfrm>
            <a:off x="9091905" y="5364692"/>
            <a:ext cx="1856598" cy="646331"/>
          </a:xfrm>
          <a:prstGeom prst="rect">
            <a:avLst/>
          </a:prstGeom>
          <a:noFill/>
        </p:spPr>
        <p:txBody>
          <a:bodyPr wrap="none" rtlCol="0">
            <a:spAutoFit/>
          </a:bodyPr>
          <a:lstStyle/>
          <a:p>
            <a:r>
              <a:rPr lang="es-CL" dirty="0">
                <a:solidFill>
                  <a:srgbClr val="FFFFFF"/>
                </a:solidFill>
                <a:latin typeface="Montserrat" pitchFamily="2" charset="77"/>
                <a:ea typeface="+mj-ea"/>
                <a:cs typeface="Calibri Light"/>
              </a:rPr>
              <a:t>Brian Guzmán</a:t>
            </a:r>
          </a:p>
          <a:p>
            <a:r>
              <a:rPr lang="es-CL" dirty="0">
                <a:solidFill>
                  <a:srgbClr val="FFFFFF"/>
                </a:solidFill>
                <a:latin typeface="Montserrat" pitchFamily="2" charset="77"/>
                <a:ea typeface="+mj-ea"/>
                <a:cs typeface="Calibri Light"/>
              </a:rPr>
              <a:t>Eric Silva</a:t>
            </a:r>
          </a:p>
        </p:txBody>
      </p:sp>
      <p:sp>
        <p:nvSpPr>
          <p:cNvPr id="14" name="Marcador de número de diapositiva 13">
            <a:extLst>
              <a:ext uri="{FF2B5EF4-FFF2-40B4-BE49-F238E27FC236}">
                <a16:creationId xmlns:a16="http://schemas.microsoft.com/office/drawing/2014/main" id="{946AF3EA-8E64-3E0E-E000-F07C8E9B60D8}"/>
              </a:ext>
            </a:extLst>
          </p:cNvPr>
          <p:cNvSpPr>
            <a:spLocks noGrp="1"/>
          </p:cNvSpPr>
          <p:nvPr>
            <p:ph type="sldNum" sz="quarter" idx="12"/>
          </p:nvPr>
        </p:nvSpPr>
        <p:spPr/>
        <p:txBody>
          <a:bodyPr/>
          <a:lstStyle/>
          <a:p>
            <a:fld id="{524E32BF-339A-4FD7-AF2D-884DBB49ECE9}" type="slidenum">
              <a:rPr lang="es-CL" smtClean="0"/>
              <a:t>1</a:t>
            </a:fld>
            <a:endParaRPr lang="es-CL"/>
          </a:p>
        </p:txBody>
      </p:sp>
      <p:sp>
        <p:nvSpPr>
          <p:cNvPr id="15" name="Marcador de pie de página 14">
            <a:extLst>
              <a:ext uri="{FF2B5EF4-FFF2-40B4-BE49-F238E27FC236}">
                <a16:creationId xmlns:a16="http://schemas.microsoft.com/office/drawing/2014/main" id="{9924B2D2-392A-4901-F9CD-F96BF9D8071B}"/>
              </a:ext>
            </a:extLst>
          </p:cNvPr>
          <p:cNvSpPr>
            <a:spLocks noGrp="1"/>
          </p:cNvSpPr>
          <p:nvPr>
            <p:ph type="ftr" sz="quarter" idx="11"/>
          </p:nvPr>
        </p:nvSpPr>
        <p:spPr/>
        <p:txBody>
          <a:bodyPr/>
          <a:lstStyle/>
          <a:p>
            <a:r>
              <a:rPr lang="es-MX"/>
              <a:t>MSI600 - INTRODUCCIÓN CIENCIA DE DATOS</a:t>
            </a:r>
            <a:endParaRPr lang="es-CL"/>
          </a:p>
        </p:txBody>
      </p:sp>
    </p:spTree>
    <p:extLst>
      <p:ext uri="{BB962C8B-B14F-4D97-AF65-F5344CB8AC3E}">
        <p14:creationId xmlns:p14="http://schemas.microsoft.com/office/powerpoint/2010/main" val="3319734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ACD47DFB-493A-6667-77EE-9717D911E5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B72BD914-30DF-4F88-93CB-EE63CDFCFC5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12C6A6C6-E957-5BDA-C108-B218E9E9F0C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F74B42D-7742-6731-D40A-F39ED21010FE}"/>
              </a:ext>
            </a:extLst>
          </p:cNvPr>
          <p:cNvSpPr>
            <a:spLocks noGrp="1"/>
          </p:cNvSpPr>
          <p:nvPr>
            <p:ph type="sldNum" sz="quarter" idx="12"/>
          </p:nvPr>
        </p:nvSpPr>
        <p:spPr/>
        <p:txBody>
          <a:bodyPr/>
          <a:lstStyle/>
          <a:p>
            <a:fld id="{524E32BF-339A-4FD7-AF2D-884DBB49ECE9}" type="slidenum">
              <a:rPr lang="es-CL" smtClean="0"/>
              <a:t>2</a:t>
            </a:fld>
            <a:endParaRPr lang="es-CL"/>
          </a:p>
        </p:txBody>
      </p:sp>
      <p:sp>
        <p:nvSpPr>
          <p:cNvPr id="16" name="Marcador de pie de página 15">
            <a:extLst>
              <a:ext uri="{FF2B5EF4-FFF2-40B4-BE49-F238E27FC236}">
                <a16:creationId xmlns:a16="http://schemas.microsoft.com/office/drawing/2014/main" id="{6EC667C0-5D63-5395-69B7-0CA32338CE80}"/>
              </a:ext>
            </a:extLst>
          </p:cNvPr>
          <p:cNvSpPr>
            <a:spLocks noGrp="1"/>
          </p:cNvSpPr>
          <p:nvPr>
            <p:ph type="ftr" sz="quarter" idx="11"/>
          </p:nvPr>
        </p:nvSpPr>
        <p:spPr/>
        <p:txBody>
          <a:bodyPr/>
          <a:lstStyle/>
          <a:p>
            <a:r>
              <a:rPr lang="es-MX"/>
              <a:t>MSI600 - INTRODUCCIÓN CIENCIA DE DATOS</a:t>
            </a:r>
            <a:endParaRPr lang="es-CL"/>
          </a:p>
        </p:txBody>
      </p:sp>
      <p:sp>
        <p:nvSpPr>
          <p:cNvPr id="17" name="CuadroTexto 16">
            <a:extLst>
              <a:ext uri="{FF2B5EF4-FFF2-40B4-BE49-F238E27FC236}">
                <a16:creationId xmlns:a16="http://schemas.microsoft.com/office/drawing/2014/main" id="{AAA9FA37-A5C0-E01B-68EB-AC0297B0B34F}"/>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Introducción</a:t>
            </a:r>
            <a:endParaRPr lang="es-CL" dirty="0"/>
          </a:p>
        </p:txBody>
      </p:sp>
      <p:pic>
        <p:nvPicPr>
          <p:cNvPr id="4098" name="Picture 2" descr="Libro, Lectura, Biblioteca, Icono De Línea De Estudio, Vector, Ilustración,  Plantilla De Logotipo. Adecuado Para Muchos Propósitos Ilustraciones svg,  vectoriales, clip art vectorizado libre de derechos. Image 179457280">
            <a:extLst>
              <a:ext uri="{FF2B5EF4-FFF2-40B4-BE49-F238E27FC236}">
                <a16:creationId xmlns:a16="http://schemas.microsoft.com/office/drawing/2014/main" id="{73FE2DC6-96F5-77DC-60E8-6113D82DBC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3980" y="1020174"/>
            <a:ext cx="1621631" cy="1621631"/>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5CE79658-5947-5C4F-3A3A-4CD38BF499A2}"/>
              </a:ext>
            </a:extLst>
          </p:cNvPr>
          <p:cNvSpPr txBox="1"/>
          <p:nvPr/>
        </p:nvSpPr>
        <p:spPr>
          <a:xfrm>
            <a:off x="3181350" y="1519510"/>
            <a:ext cx="8082855" cy="646331"/>
          </a:xfrm>
          <a:prstGeom prst="rect">
            <a:avLst/>
          </a:prstGeom>
          <a:noFill/>
        </p:spPr>
        <p:txBody>
          <a:bodyPr wrap="square" rtlCol="0">
            <a:spAutoFit/>
          </a:bodyPr>
          <a:lstStyle/>
          <a:p>
            <a:pPr algn="just"/>
            <a:r>
              <a:rPr lang="es-MX" dirty="0"/>
              <a:t>Estudio analizado: Modelo predictivo basado en síntomas para CRC </a:t>
            </a:r>
          </a:p>
          <a:p>
            <a:pPr algn="just"/>
            <a:r>
              <a:rPr lang="es-MX" dirty="0"/>
              <a:t>(Revista Médica de Chile, 2025)</a:t>
            </a:r>
            <a:endParaRPr lang="es-CL" sz="1400" dirty="0"/>
          </a:p>
        </p:txBody>
      </p:sp>
      <p:graphicFrame>
        <p:nvGraphicFramePr>
          <p:cNvPr id="6" name="Diagrama 5">
            <a:extLst>
              <a:ext uri="{FF2B5EF4-FFF2-40B4-BE49-F238E27FC236}">
                <a16:creationId xmlns:a16="http://schemas.microsoft.com/office/drawing/2014/main" id="{CBCB570C-0F66-6A31-3558-7A32FDBC33BF}"/>
              </a:ext>
            </a:extLst>
          </p:cNvPr>
          <p:cNvGraphicFramePr/>
          <p:nvPr>
            <p:extLst>
              <p:ext uri="{D42A27DB-BD31-4B8C-83A1-F6EECF244321}">
                <p14:modId xmlns:p14="http://schemas.microsoft.com/office/powerpoint/2010/main" val="1074518838"/>
              </p:ext>
            </p:extLst>
          </p:nvPr>
        </p:nvGraphicFramePr>
        <p:xfrm>
          <a:off x="1124700" y="2575189"/>
          <a:ext cx="9640889" cy="1535907"/>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7" name="CuadroTexto 6">
            <a:extLst>
              <a:ext uri="{FF2B5EF4-FFF2-40B4-BE49-F238E27FC236}">
                <a16:creationId xmlns:a16="http://schemas.microsoft.com/office/drawing/2014/main" id="{DAD4B036-0F94-5057-DE3F-B912A01220C0}"/>
              </a:ext>
            </a:extLst>
          </p:cNvPr>
          <p:cNvSpPr txBox="1"/>
          <p:nvPr/>
        </p:nvSpPr>
        <p:spPr>
          <a:xfrm>
            <a:off x="4038600" y="4348268"/>
            <a:ext cx="4248847" cy="1754326"/>
          </a:xfrm>
          <a:prstGeom prst="rect">
            <a:avLst/>
          </a:prstGeom>
          <a:noFill/>
        </p:spPr>
        <p:txBody>
          <a:bodyPr wrap="square" rtlCol="0">
            <a:spAutoFit/>
          </a:bodyPr>
          <a:lstStyle/>
          <a:p>
            <a:pPr algn="ctr"/>
            <a:r>
              <a:rPr lang="es-MX" dirty="0"/>
              <a:t>¿POR QUÉ ES RELEVANTE? </a:t>
            </a:r>
          </a:p>
          <a:p>
            <a:pPr algn="ctr"/>
            <a:r>
              <a:rPr lang="es-MX" dirty="0"/>
              <a:t>                            </a:t>
            </a:r>
          </a:p>
          <a:p>
            <a:pPr algn="just"/>
            <a:r>
              <a:rPr lang="es-MX" dirty="0"/>
              <a:t>  ✓ Aplicación real en Chile                         </a:t>
            </a:r>
          </a:p>
          <a:p>
            <a:pPr algn="just"/>
            <a:r>
              <a:rPr lang="es-MX" dirty="0"/>
              <a:t>  ✓ Técnicas de ML en salud pública                  </a:t>
            </a:r>
          </a:p>
          <a:p>
            <a:pPr algn="just"/>
            <a:r>
              <a:rPr lang="es-MX" dirty="0"/>
              <a:t>  ✓ Impacto en políticas públicas (GES)             </a:t>
            </a:r>
          </a:p>
          <a:p>
            <a:pPr algn="just"/>
            <a:r>
              <a:rPr lang="es-MX" dirty="0"/>
              <a:t>  ✓ Optimización de recursos limitados </a:t>
            </a:r>
            <a:endParaRPr lang="es-CL" sz="1400" dirty="0"/>
          </a:p>
        </p:txBody>
      </p:sp>
    </p:spTree>
    <p:extLst>
      <p:ext uri="{BB962C8B-B14F-4D97-AF65-F5344CB8AC3E}">
        <p14:creationId xmlns:p14="http://schemas.microsoft.com/office/powerpoint/2010/main" val="398514008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390B7-2909-0496-04AF-8B68AE264CC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EAE3B3B-81DF-06E7-C9C9-DFC9A73ADE5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4CFC9CF9-1974-A433-5BB9-30381A3CD76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7AE80C3-367F-43B2-68EE-BCBFB7E59B6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EC76D5F-74B9-ADDE-5D81-E46B7BDB80DF}"/>
              </a:ext>
            </a:extLst>
          </p:cNvPr>
          <p:cNvSpPr>
            <a:spLocks noGrp="1"/>
          </p:cNvSpPr>
          <p:nvPr>
            <p:ph type="sldNum" sz="quarter" idx="12"/>
          </p:nvPr>
        </p:nvSpPr>
        <p:spPr/>
        <p:txBody>
          <a:bodyPr/>
          <a:lstStyle/>
          <a:p>
            <a:fld id="{524E32BF-339A-4FD7-AF2D-884DBB49ECE9}" type="slidenum">
              <a:rPr lang="es-CL" smtClean="0"/>
              <a:t>3</a:t>
            </a:fld>
            <a:endParaRPr lang="es-CL"/>
          </a:p>
        </p:txBody>
      </p:sp>
      <p:sp>
        <p:nvSpPr>
          <p:cNvPr id="16" name="Marcador de pie de página 15">
            <a:extLst>
              <a:ext uri="{FF2B5EF4-FFF2-40B4-BE49-F238E27FC236}">
                <a16:creationId xmlns:a16="http://schemas.microsoft.com/office/drawing/2014/main" id="{AA7A273B-59D0-6AB3-E314-258FDDC28AAC}"/>
              </a:ext>
            </a:extLst>
          </p:cNvPr>
          <p:cNvSpPr>
            <a:spLocks noGrp="1"/>
          </p:cNvSpPr>
          <p:nvPr>
            <p:ph type="ftr" sz="quarter" idx="11"/>
          </p:nvPr>
        </p:nvSpPr>
        <p:spPr/>
        <p:txBody>
          <a:bodyPr/>
          <a:lstStyle/>
          <a:p>
            <a:r>
              <a:rPr lang="es-MX"/>
              <a:t>MSI600 - INTRODUCCIÓN CIENCIA DE DATOS</a:t>
            </a:r>
            <a:endParaRPr lang="es-CL"/>
          </a:p>
        </p:txBody>
      </p:sp>
      <p:sp>
        <p:nvSpPr>
          <p:cNvPr id="3" name="CuadroTexto 2">
            <a:extLst>
              <a:ext uri="{FF2B5EF4-FFF2-40B4-BE49-F238E27FC236}">
                <a16:creationId xmlns:a16="http://schemas.microsoft.com/office/drawing/2014/main" id="{AD98AB73-B11B-BC1A-33FD-CFA02B5C7AFC}"/>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Contexto</a:t>
            </a:r>
            <a:endParaRPr lang="es-CL" dirty="0"/>
          </a:p>
        </p:txBody>
      </p:sp>
      <p:pic>
        <p:nvPicPr>
          <p:cNvPr id="13" name="Imagen 12">
            <a:extLst>
              <a:ext uri="{FF2B5EF4-FFF2-40B4-BE49-F238E27FC236}">
                <a16:creationId xmlns:a16="http://schemas.microsoft.com/office/drawing/2014/main" id="{BDEB7026-E301-1A7E-A13F-80092901878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28623" y="3386394"/>
            <a:ext cx="895350" cy="1276350"/>
          </a:xfrm>
          <a:prstGeom prst="rect">
            <a:avLst/>
          </a:prstGeom>
        </p:spPr>
      </p:pic>
      <p:pic>
        <p:nvPicPr>
          <p:cNvPr id="18" name="Imagen 17">
            <a:extLst>
              <a:ext uri="{FF2B5EF4-FFF2-40B4-BE49-F238E27FC236}">
                <a16:creationId xmlns:a16="http://schemas.microsoft.com/office/drawing/2014/main" id="{5760CA1B-A38B-2389-7014-3EA91FF303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091802" y="3372548"/>
            <a:ext cx="1727641" cy="1727641"/>
          </a:xfrm>
          <a:prstGeom prst="rect">
            <a:avLst/>
          </a:prstGeom>
        </p:spPr>
      </p:pic>
      <p:sp>
        <p:nvSpPr>
          <p:cNvPr id="26" name="CuadroTexto 25">
            <a:extLst>
              <a:ext uri="{FF2B5EF4-FFF2-40B4-BE49-F238E27FC236}">
                <a16:creationId xmlns:a16="http://schemas.microsoft.com/office/drawing/2014/main" id="{8B29F5FD-A9FB-184E-776E-5B1AB7CEB0A9}"/>
              </a:ext>
            </a:extLst>
          </p:cNvPr>
          <p:cNvSpPr txBox="1"/>
          <p:nvPr/>
        </p:nvSpPr>
        <p:spPr>
          <a:xfrm>
            <a:off x="2010993" y="4852584"/>
            <a:ext cx="1927921" cy="646331"/>
          </a:xfrm>
          <a:prstGeom prst="rect">
            <a:avLst/>
          </a:prstGeom>
          <a:noFill/>
        </p:spPr>
        <p:txBody>
          <a:bodyPr wrap="square">
            <a:spAutoFit/>
          </a:bodyPr>
          <a:lstStyle/>
          <a:p>
            <a:pPr algn="ctr"/>
            <a:r>
              <a:rPr lang="es-MX" dirty="0">
                <a:latin typeface="Montserrat" pitchFamily="2" charset="77"/>
                <a:ea typeface="+mj-ea"/>
                <a:cs typeface="Calibri Light"/>
              </a:rPr>
              <a:t>Guía síntomas GES</a:t>
            </a:r>
            <a:endParaRPr lang="es-CL" dirty="0"/>
          </a:p>
        </p:txBody>
      </p:sp>
      <p:pic>
        <p:nvPicPr>
          <p:cNvPr id="30" name="Imagen 29">
            <a:extLst>
              <a:ext uri="{FF2B5EF4-FFF2-40B4-BE49-F238E27FC236}">
                <a16:creationId xmlns:a16="http://schemas.microsoft.com/office/drawing/2014/main" id="{789FDE5D-1A52-F4E7-BD6C-1BBB595955E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959646" y="5169232"/>
            <a:ext cx="477514" cy="477514"/>
          </a:xfrm>
          <a:prstGeom prst="rect">
            <a:avLst/>
          </a:prstGeom>
        </p:spPr>
      </p:pic>
      <p:sp>
        <p:nvSpPr>
          <p:cNvPr id="32" name="CuadroTexto 31">
            <a:extLst>
              <a:ext uri="{FF2B5EF4-FFF2-40B4-BE49-F238E27FC236}">
                <a16:creationId xmlns:a16="http://schemas.microsoft.com/office/drawing/2014/main" id="{98D3EFAC-C130-8B01-54B6-D47EDBC6871E}"/>
              </a:ext>
            </a:extLst>
          </p:cNvPr>
          <p:cNvSpPr txBox="1"/>
          <p:nvPr/>
        </p:nvSpPr>
        <p:spPr>
          <a:xfrm>
            <a:off x="9134216" y="3993126"/>
            <a:ext cx="1087490" cy="369332"/>
          </a:xfrm>
          <a:prstGeom prst="rect">
            <a:avLst/>
          </a:prstGeom>
          <a:noFill/>
        </p:spPr>
        <p:txBody>
          <a:bodyPr wrap="square">
            <a:spAutoFit/>
          </a:bodyPr>
          <a:lstStyle/>
          <a:p>
            <a:pPr algn="ctr"/>
            <a:r>
              <a:rPr lang="es-MX" dirty="0">
                <a:latin typeface="Montserrat" pitchFamily="2" charset="77"/>
                <a:ea typeface="+mj-ea"/>
                <a:cs typeface="Calibri Light"/>
              </a:rPr>
              <a:t>CRC</a:t>
            </a:r>
            <a:endParaRPr lang="es-CL" dirty="0"/>
          </a:p>
        </p:txBody>
      </p:sp>
      <p:pic>
        <p:nvPicPr>
          <p:cNvPr id="34" name="Imagen 33">
            <a:extLst>
              <a:ext uri="{FF2B5EF4-FFF2-40B4-BE49-F238E27FC236}">
                <a16:creationId xmlns:a16="http://schemas.microsoft.com/office/drawing/2014/main" id="{C88F9623-78E5-14BD-6C14-D9AEC837DB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700577" y="3553241"/>
            <a:ext cx="1830525" cy="1218131"/>
          </a:xfrm>
          <a:prstGeom prst="rect">
            <a:avLst/>
          </a:prstGeom>
        </p:spPr>
      </p:pic>
      <p:sp>
        <p:nvSpPr>
          <p:cNvPr id="35" name="Flecha: a la derecha 34">
            <a:extLst>
              <a:ext uri="{FF2B5EF4-FFF2-40B4-BE49-F238E27FC236}">
                <a16:creationId xmlns:a16="http://schemas.microsoft.com/office/drawing/2014/main" id="{AED13FD2-5A32-3C24-B7F7-59D5A2C80CEC}"/>
              </a:ext>
            </a:extLst>
          </p:cNvPr>
          <p:cNvSpPr/>
          <p:nvPr/>
        </p:nvSpPr>
        <p:spPr>
          <a:xfrm>
            <a:off x="3938914" y="3982819"/>
            <a:ext cx="385119" cy="2947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6" name="Flecha: a la derecha 35">
            <a:extLst>
              <a:ext uri="{FF2B5EF4-FFF2-40B4-BE49-F238E27FC236}">
                <a16:creationId xmlns:a16="http://schemas.microsoft.com/office/drawing/2014/main" id="{2677E211-0E59-96F6-7AE0-82E164768E13}"/>
              </a:ext>
            </a:extLst>
          </p:cNvPr>
          <p:cNvSpPr/>
          <p:nvPr/>
        </p:nvSpPr>
        <p:spPr>
          <a:xfrm>
            <a:off x="6071091" y="4030399"/>
            <a:ext cx="385119" cy="2947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7" name="Flecha: a la derecha 36">
            <a:extLst>
              <a:ext uri="{FF2B5EF4-FFF2-40B4-BE49-F238E27FC236}">
                <a16:creationId xmlns:a16="http://schemas.microsoft.com/office/drawing/2014/main" id="{60106E28-4E46-836D-9DB8-1FE39A5920B6}"/>
              </a:ext>
            </a:extLst>
          </p:cNvPr>
          <p:cNvSpPr/>
          <p:nvPr/>
        </p:nvSpPr>
        <p:spPr>
          <a:xfrm>
            <a:off x="8775469" y="4049644"/>
            <a:ext cx="385119" cy="2947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cxnSp>
        <p:nvCxnSpPr>
          <p:cNvPr id="40" name="Conector: angular 39">
            <a:extLst>
              <a:ext uri="{FF2B5EF4-FFF2-40B4-BE49-F238E27FC236}">
                <a16:creationId xmlns:a16="http://schemas.microsoft.com/office/drawing/2014/main" id="{39ECD2F2-BB60-5341-0260-A2B59BA56A8A}"/>
              </a:ext>
            </a:extLst>
          </p:cNvPr>
          <p:cNvCxnSpPr>
            <a:cxnSpLocks/>
            <a:stCxn id="26" idx="2"/>
            <a:endCxn id="32" idx="2"/>
          </p:cNvCxnSpPr>
          <p:nvPr/>
        </p:nvCxnSpPr>
        <p:spPr>
          <a:xfrm rot="5400000" flipH="1" flipV="1">
            <a:off x="5758228" y="1579183"/>
            <a:ext cx="1136457" cy="6703007"/>
          </a:xfrm>
          <a:prstGeom prst="bentConnector3">
            <a:avLst>
              <a:gd name="adj1" fmla="val -20115"/>
            </a:avLst>
          </a:prstGeom>
        </p:spPr>
        <p:style>
          <a:lnRef idx="1">
            <a:schemeClr val="accent1"/>
          </a:lnRef>
          <a:fillRef idx="0">
            <a:schemeClr val="accent1"/>
          </a:fillRef>
          <a:effectRef idx="0">
            <a:schemeClr val="accent1"/>
          </a:effectRef>
          <a:fontRef idx="minor">
            <a:schemeClr val="tx1"/>
          </a:fontRef>
        </p:style>
      </p:cxnSp>
      <p:pic>
        <p:nvPicPr>
          <p:cNvPr id="6" name="Imagen 5">
            <a:extLst>
              <a:ext uri="{FF2B5EF4-FFF2-40B4-BE49-F238E27FC236}">
                <a16:creationId xmlns:a16="http://schemas.microsoft.com/office/drawing/2014/main" id="{D4BA3D72-19A1-8070-5AF2-FAAFE16C919C}"/>
              </a:ext>
            </a:extLst>
          </p:cNvPr>
          <p:cNvPicPr>
            <a:picLocks noChangeAspect="1"/>
          </p:cNvPicPr>
          <p:nvPr/>
        </p:nvPicPr>
        <p:blipFill>
          <a:blip r:embed="rId9"/>
          <a:stretch>
            <a:fillRect/>
          </a:stretch>
        </p:blipFill>
        <p:spPr>
          <a:xfrm>
            <a:off x="1548793" y="1518347"/>
            <a:ext cx="924399" cy="996359"/>
          </a:xfrm>
          <a:prstGeom prst="rect">
            <a:avLst/>
          </a:prstGeom>
        </p:spPr>
      </p:pic>
      <p:pic>
        <p:nvPicPr>
          <p:cNvPr id="7" name="Imagen 6">
            <a:extLst>
              <a:ext uri="{FF2B5EF4-FFF2-40B4-BE49-F238E27FC236}">
                <a16:creationId xmlns:a16="http://schemas.microsoft.com/office/drawing/2014/main" id="{7BC6CBAE-66E2-790C-3854-49DD108D4017}"/>
              </a:ext>
            </a:extLst>
          </p:cNvPr>
          <p:cNvPicPr>
            <a:picLocks noChangeAspect="1"/>
          </p:cNvPicPr>
          <p:nvPr/>
        </p:nvPicPr>
        <p:blipFill>
          <a:blip r:embed="rId10"/>
          <a:stretch>
            <a:fillRect/>
          </a:stretch>
        </p:blipFill>
        <p:spPr>
          <a:xfrm>
            <a:off x="2838836" y="1427767"/>
            <a:ext cx="1696067" cy="1160806"/>
          </a:xfrm>
          <a:prstGeom prst="rect">
            <a:avLst/>
          </a:prstGeom>
        </p:spPr>
      </p:pic>
      <p:sp>
        <p:nvSpPr>
          <p:cNvPr id="11" name="CuadroTexto 10">
            <a:extLst>
              <a:ext uri="{FF2B5EF4-FFF2-40B4-BE49-F238E27FC236}">
                <a16:creationId xmlns:a16="http://schemas.microsoft.com/office/drawing/2014/main" id="{869BFB0B-010B-3BBC-7EC6-2ED92D03C540}"/>
              </a:ext>
            </a:extLst>
          </p:cNvPr>
          <p:cNvSpPr txBox="1"/>
          <p:nvPr/>
        </p:nvSpPr>
        <p:spPr>
          <a:xfrm>
            <a:off x="5276299" y="1408006"/>
            <a:ext cx="6332606" cy="1477328"/>
          </a:xfrm>
          <a:prstGeom prst="rect">
            <a:avLst/>
          </a:prstGeom>
          <a:noFill/>
        </p:spPr>
        <p:txBody>
          <a:bodyPr wrap="square" rtlCol="0">
            <a:spAutoFit/>
          </a:bodyPr>
          <a:lstStyle/>
          <a:p>
            <a:pPr marL="285750" indent="-285750">
              <a:buFont typeface="Arial" panose="020B0604020202020204" pitchFamily="34" charset="0"/>
              <a:buChar char="•"/>
            </a:pPr>
            <a:r>
              <a:rPr lang="es-CL" dirty="0"/>
              <a:t>Sistema público de Salud </a:t>
            </a:r>
          </a:p>
          <a:p>
            <a:r>
              <a:rPr lang="es-CL" dirty="0"/>
              <a:t>     (Hospital Guillermo Grant Benavente – Concepción) </a:t>
            </a:r>
          </a:p>
          <a:p>
            <a:pPr marL="285750" indent="-285750">
              <a:buFont typeface="Arial" panose="020B0604020202020204" pitchFamily="34" charset="0"/>
              <a:buChar char="•"/>
            </a:pPr>
            <a:r>
              <a:rPr lang="es-CL" dirty="0"/>
              <a:t>Marco garantías explicitas en salud (GES)</a:t>
            </a:r>
          </a:p>
          <a:p>
            <a:pPr marL="285750" indent="-285750">
              <a:buFont typeface="Arial" panose="020B0604020202020204" pitchFamily="34" charset="0"/>
              <a:buChar char="•"/>
            </a:pPr>
            <a:r>
              <a:rPr lang="es-CL" dirty="0"/>
              <a:t>Sintomatología</a:t>
            </a:r>
          </a:p>
          <a:p>
            <a:pPr marL="285750" indent="-285750">
              <a:buFont typeface="Arial" panose="020B0604020202020204" pitchFamily="34" charset="0"/>
              <a:buChar char="•"/>
            </a:pPr>
            <a:r>
              <a:rPr lang="es-CL" dirty="0"/>
              <a:t>Diagnóstico CRC</a:t>
            </a:r>
          </a:p>
        </p:txBody>
      </p:sp>
      <p:pic>
        <p:nvPicPr>
          <p:cNvPr id="12" name="Imagen 11">
            <a:extLst>
              <a:ext uri="{FF2B5EF4-FFF2-40B4-BE49-F238E27FC236}">
                <a16:creationId xmlns:a16="http://schemas.microsoft.com/office/drawing/2014/main" id="{418B5070-02F5-10E2-33E8-BD3AC7FE23EA}"/>
              </a:ext>
            </a:extLst>
          </p:cNvPr>
          <p:cNvPicPr>
            <a:picLocks noChangeAspect="1"/>
          </p:cNvPicPr>
          <p:nvPr/>
        </p:nvPicPr>
        <p:blipFill>
          <a:blip r:embed="rId11"/>
          <a:stretch>
            <a:fillRect/>
          </a:stretch>
        </p:blipFill>
        <p:spPr>
          <a:xfrm>
            <a:off x="3851313" y="4738363"/>
            <a:ext cx="778581" cy="778581"/>
          </a:xfrm>
          <a:prstGeom prst="rect">
            <a:avLst/>
          </a:prstGeom>
        </p:spPr>
      </p:pic>
    </p:spTree>
    <p:extLst>
      <p:ext uri="{BB962C8B-B14F-4D97-AF65-F5344CB8AC3E}">
        <p14:creationId xmlns:p14="http://schemas.microsoft.com/office/powerpoint/2010/main" val="3986235982"/>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19DAE-9B5E-8FB8-8063-037BBB1054D8}"/>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38240016-205C-1E2D-87DA-5EE111535CA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2421972C-7DEE-9C24-6B53-6A585B759EA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2EAD4F1C-2C93-1AD0-BA2F-EC397860B3CA}"/>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520FE57-66FF-FFEF-6F35-2A98EC68DEE3}"/>
              </a:ext>
            </a:extLst>
          </p:cNvPr>
          <p:cNvSpPr>
            <a:spLocks noGrp="1"/>
          </p:cNvSpPr>
          <p:nvPr>
            <p:ph type="sldNum" sz="quarter" idx="12"/>
          </p:nvPr>
        </p:nvSpPr>
        <p:spPr/>
        <p:txBody>
          <a:bodyPr/>
          <a:lstStyle/>
          <a:p>
            <a:fld id="{524E32BF-339A-4FD7-AF2D-884DBB49ECE9}" type="slidenum">
              <a:rPr lang="es-CL" smtClean="0"/>
              <a:t>4</a:t>
            </a:fld>
            <a:endParaRPr lang="es-CL"/>
          </a:p>
        </p:txBody>
      </p:sp>
      <p:sp>
        <p:nvSpPr>
          <p:cNvPr id="16" name="Marcador de pie de página 15">
            <a:extLst>
              <a:ext uri="{FF2B5EF4-FFF2-40B4-BE49-F238E27FC236}">
                <a16:creationId xmlns:a16="http://schemas.microsoft.com/office/drawing/2014/main" id="{06E5466C-7D0A-674D-FC07-AFEE9BB53608}"/>
              </a:ext>
            </a:extLst>
          </p:cNvPr>
          <p:cNvSpPr>
            <a:spLocks noGrp="1"/>
          </p:cNvSpPr>
          <p:nvPr>
            <p:ph type="ftr" sz="quarter" idx="11"/>
          </p:nvPr>
        </p:nvSpPr>
        <p:spPr/>
        <p:txBody>
          <a:bodyPr/>
          <a:lstStyle/>
          <a:p>
            <a:r>
              <a:rPr lang="es-MX"/>
              <a:t>MSI600 - INTRODUCCIÓN CIENCIA DE DATOS</a:t>
            </a:r>
            <a:endParaRPr lang="es-CL"/>
          </a:p>
        </p:txBody>
      </p:sp>
      <p:sp>
        <p:nvSpPr>
          <p:cNvPr id="3" name="CuadroTexto 2">
            <a:extLst>
              <a:ext uri="{FF2B5EF4-FFF2-40B4-BE49-F238E27FC236}">
                <a16:creationId xmlns:a16="http://schemas.microsoft.com/office/drawing/2014/main" id="{6A866165-9B94-7F89-66F8-F5BAE2E0CCDB}"/>
              </a:ext>
            </a:extLst>
          </p:cNvPr>
          <p:cNvSpPr txBox="1"/>
          <p:nvPr/>
        </p:nvSpPr>
        <p:spPr>
          <a:xfrm>
            <a:off x="361949" y="231182"/>
            <a:ext cx="8535891" cy="369332"/>
          </a:xfrm>
          <a:prstGeom prst="rect">
            <a:avLst/>
          </a:prstGeom>
          <a:noFill/>
        </p:spPr>
        <p:txBody>
          <a:bodyPr wrap="square" rtlCol="0">
            <a:spAutoFit/>
          </a:bodyPr>
          <a:lstStyle/>
          <a:p>
            <a:endParaRPr lang="es-CL" dirty="0"/>
          </a:p>
        </p:txBody>
      </p:sp>
      <p:sp>
        <p:nvSpPr>
          <p:cNvPr id="5" name="CuadroTexto 4">
            <a:extLst>
              <a:ext uri="{FF2B5EF4-FFF2-40B4-BE49-F238E27FC236}">
                <a16:creationId xmlns:a16="http://schemas.microsoft.com/office/drawing/2014/main" id="{CDB2B263-EF8C-AA38-4F85-EE05B40D63D3}"/>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Objetivos</a:t>
            </a:r>
            <a:endParaRPr lang="es-CL" dirty="0"/>
          </a:p>
        </p:txBody>
      </p:sp>
      <p:graphicFrame>
        <p:nvGraphicFramePr>
          <p:cNvPr id="22" name="Diagrama 21">
            <a:extLst>
              <a:ext uri="{FF2B5EF4-FFF2-40B4-BE49-F238E27FC236}">
                <a16:creationId xmlns:a16="http://schemas.microsoft.com/office/drawing/2014/main" id="{7D8AD011-35EE-DA80-96CD-D942BB259663}"/>
              </a:ext>
            </a:extLst>
          </p:cNvPr>
          <p:cNvGraphicFramePr/>
          <p:nvPr>
            <p:extLst>
              <p:ext uri="{D42A27DB-BD31-4B8C-83A1-F6EECF244321}">
                <p14:modId xmlns:p14="http://schemas.microsoft.com/office/powerpoint/2010/main" val="3129956831"/>
              </p:ext>
            </p:extLst>
          </p:nvPr>
        </p:nvGraphicFramePr>
        <p:xfrm>
          <a:off x="450057" y="3357563"/>
          <a:ext cx="11370468" cy="257459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6" name="Rectángulo 25">
            <a:extLst>
              <a:ext uri="{FF2B5EF4-FFF2-40B4-BE49-F238E27FC236}">
                <a16:creationId xmlns:a16="http://schemas.microsoft.com/office/drawing/2014/main" id="{8A3831D4-F78F-2C9D-1243-91B06D2FCF68}"/>
              </a:ext>
            </a:extLst>
          </p:cNvPr>
          <p:cNvSpPr/>
          <p:nvPr/>
        </p:nvSpPr>
        <p:spPr>
          <a:xfrm>
            <a:off x="450057" y="1577758"/>
            <a:ext cx="11370468" cy="933130"/>
          </a:xfrm>
          <a:prstGeom prst="rect">
            <a:avLst/>
          </a:prstGeom>
        </p:spPr>
        <p:style>
          <a:lnRef idx="1">
            <a:schemeClr val="accent1">
              <a:hueOff val="0"/>
              <a:satOff val="0"/>
              <a:lumOff val="0"/>
              <a:alphaOff val="0"/>
            </a:schemeClr>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sp>
      <p:sp>
        <p:nvSpPr>
          <p:cNvPr id="27" name="CuadroTexto 26">
            <a:extLst>
              <a:ext uri="{FF2B5EF4-FFF2-40B4-BE49-F238E27FC236}">
                <a16:creationId xmlns:a16="http://schemas.microsoft.com/office/drawing/2014/main" id="{F953CE9B-247B-81FA-EA8E-E9281DE5F0E4}"/>
              </a:ext>
            </a:extLst>
          </p:cNvPr>
          <p:cNvSpPr txBox="1"/>
          <p:nvPr/>
        </p:nvSpPr>
        <p:spPr>
          <a:xfrm>
            <a:off x="557212" y="1713802"/>
            <a:ext cx="11184731" cy="646331"/>
          </a:xfrm>
          <a:prstGeom prst="rect">
            <a:avLst/>
          </a:prstGeom>
          <a:noFill/>
        </p:spPr>
        <p:txBody>
          <a:bodyPr wrap="square" rtlCol="0">
            <a:spAutoFit/>
          </a:bodyPr>
          <a:lstStyle/>
          <a:p>
            <a:pPr algn="just"/>
            <a:r>
              <a:rPr lang="es-MX" dirty="0"/>
              <a:t>Desarrollar un modelo predictivo basado en síntomas clínicos para el diagnóstico de cáncer colorrectal, optimizando la priorización de pacientes derivados a colonoscopia según las directrices del GES.</a:t>
            </a:r>
            <a:endParaRPr lang="es-CL" sz="1400" dirty="0"/>
          </a:p>
        </p:txBody>
      </p:sp>
      <p:sp>
        <p:nvSpPr>
          <p:cNvPr id="28" name="Rectángulo: esquinas redondeadas 27">
            <a:extLst>
              <a:ext uri="{FF2B5EF4-FFF2-40B4-BE49-F238E27FC236}">
                <a16:creationId xmlns:a16="http://schemas.microsoft.com/office/drawing/2014/main" id="{19D6226E-3778-66B0-111E-0A00A060463E}"/>
              </a:ext>
            </a:extLst>
          </p:cNvPr>
          <p:cNvSpPr/>
          <p:nvPr/>
        </p:nvSpPr>
        <p:spPr>
          <a:xfrm>
            <a:off x="450057" y="105094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 General : </a:t>
            </a:r>
          </a:p>
        </p:txBody>
      </p:sp>
      <p:sp>
        <p:nvSpPr>
          <p:cNvPr id="29" name="Rectángulo: esquinas redondeadas 28">
            <a:extLst>
              <a:ext uri="{FF2B5EF4-FFF2-40B4-BE49-F238E27FC236}">
                <a16:creationId xmlns:a16="http://schemas.microsoft.com/office/drawing/2014/main" id="{37F95DEB-8FE5-4B6D-21CA-3DE7188E7555}"/>
              </a:ext>
            </a:extLst>
          </p:cNvPr>
          <p:cNvSpPr/>
          <p:nvPr/>
        </p:nvSpPr>
        <p:spPr>
          <a:xfrm>
            <a:off x="450057" y="315944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Objetivos Específicos :</a:t>
            </a:r>
          </a:p>
        </p:txBody>
      </p:sp>
    </p:spTree>
    <p:extLst>
      <p:ext uri="{BB962C8B-B14F-4D97-AF65-F5344CB8AC3E}">
        <p14:creationId xmlns:p14="http://schemas.microsoft.com/office/powerpoint/2010/main" val="3839400419"/>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3CBFF-F67E-927A-906F-56384C337207}"/>
            </a:ext>
          </a:extLst>
        </p:cNvPr>
        <p:cNvGrpSpPr/>
        <p:nvPr/>
      </p:nvGrpSpPr>
      <p:grpSpPr>
        <a:xfrm>
          <a:off x="0" y="0"/>
          <a:ext cx="0" cy="0"/>
          <a:chOff x="0" y="0"/>
          <a:chExt cx="0" cy="0"/>
        </a:xfrm>
      </p:grpSpPr>
      <p:sp>
        <p:nvSpPr>
          <p:cNvPr id="26" name="Rectángulo 25">
            <a:extLst>
              <a:ext uri="{FF2B5EF4-FFF2-40B4-BE49-F238E27FC236}">
                <a16:creationId xmlns:a16="http://schemas.microsoft.com/office/drawing/2014/main" id="{42F8905C-B835-6723-A333-D8BD796ED088}"/>
              </a:ext>
            </a:extLst>
          </p:cNvPr>
          <p:cNvSpPr/>
          <p:nvPr/>
        </p:nvSpPr>
        <p:spPr>
          <a:xfrm rot="5400000">
            <a:off x="7581076" y="3674231"/>
            <a:ext cx="913577" cy="1052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Rectángulo 21">
            <a:extLst>
              <a:ext uri="{FF2B5EF4-FFF2-40B4-BE49-F238E27FC236}">
                <a16:creationId xmlns:a16="http://schemas.microsoft.com/office/drawing/2014/main" id="{1ED65FE9-BBD8-254C-BAE9-7F35A95DF9E8}"/>
              </a:ext>
            </a:extLst>
          </p:cNvPr>
          <p:cNvSpPr/>
          <p:nvPr/>
        </p:nvSpPr>
        <p:spPr>
          <a:xfrm rot="5400000">
            <a:off x="3264887" y="3881377"/>
            <a:ext cx="1215971" cy="1052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4" name="Rectángulo 3">
            <a:extLst>
              <a:ext uri="{FF2B5EF4-FFF2-40B4-BE49-F238E27FC236}">
                <a16:creationId xmlns:a16="http://schemas.microsoft.com/office/drawing/2014/main" id="{F597D920-9881-FF58-3BE3-D21F41E9CD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7D86E119-6164-A986-41D8-B0850A67063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F1D8DB6-C1BD-71A0-9469-7B1FCF2035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47BA54E-086F-94E4-A954-FBB625532AD1}"/>
              </a:ext>
            </a:extLst>
          </p:cNvPr>
          <p:cNvSpPr>
            <a:spLocks noGrp="1"/>
          </p:cNvSpPr>
          <p:nvPr>
            <p:ph type="sldNum" sz="quarter" idx="12"/>
          </p:nvPr>
        </p:nvSpPr>
        <p:spPr/>
        <p:txBody>
          <a:bodyPr/>
          <a:lstStyle/>
          <a:p>
            <a:fld id="{524E32BF-339A-4FD7-AF2D-884DBB49ECE9}" type="slidenum">
              <a:rPr lang="es-CL" smtClean="0"/>
              <a:t>5</a:t>
            </a:fld>
            <a:endParaRPr lang="es-CL"/>
          </a:p>
        </p:txBody>
      </p:sp>
      <p:sp>
        <p:nvSpPr>
          <p:cNvPr id="3" name="Marcador de pie de página 2">
            <a:extLst>
              <a:ext uri="{FF2B5EF4-FFF2-40B4-BE49-F238E27FC236}">
                <a16:creationId xmlns:a16="http://schemas.microsoft.com/office/drawing/2014/main" id="{B664C3D0-9A0D-FF55-D3F4-E2097D2E259F}"/>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0D14D28D-7BE9-EB10-65EF-FE768C101711}"/>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Descripción del Problema</a:t>
            </a:r>
            <a:endParaRPr lang="es-CL" dirty="0"/>
          </a:p>
        </p:txBody>
      </p:sp>
      <p:pic>
        <p:nvPicPr>
          <p:cNvPr id="6" name="Imagen 5">
            <a:extLst>
              <a:ext uri="{FF2B5EF4-FFF2-40B4-BE49-F238E27FC236}">
                <a16:creationId xmlns:a16="http://schemas.microsoft.com/office/drawing/2014/main" id="{5C9022A7-5CD1-4C7E-195A-EE3868AE6CE5}"/>
              </a:ext>
            </a:extLst>
          </p:cNvPr>
          <p:cNvPicPr>
            <a:picLocks noChangeAspect="1"/>
          </p:cNvPicPr>
          <p:nvPr/>
        </p:nvPicPr>
        <p:blipFill>
          <a:blip r:embed="rId5"/>
          <a:stretch>
            <a:fillRect/>
          </a:stretch>
        </p:blipFill>
        <p:spPr>
          <a:xfrm>
            <a:off x="564357" y="2248809"/>
            <a:ext cx="1619250" cy="1714500"/>
          </a:xfrm>
          <a:prstGeom prst="rect">
            <a:avLst/>
          </a:prstGeom>
        </p:spPr>
      </p:pic>
      <p:pic>
        <p:nvPicPr>
          <p:cNvPr id="3074" name="Picture 2" descr="908 vectores de stock y arte vectorial de Alta prioridad | Shutterstock">
            <a:extLst>
              <a:ext uri="{FF2B5EF4-FFF2-40B4-BE49-F238E27FC236}">
                <a16:creationId xmlns:a16="http://schemas.microsoft.com/office/drawing/2014/main" id="{897B9DE8-9A18-A665-BC27-28982FF519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8728" y="2506312"/>
            <a:ext cx="1557164" cy="77858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olonoscopy patient: Más de 630 ilustraciones y dibujos de stock con  licencia libres de regalías | Shutterstock">
            <a:extLst>
              <a:ext uri="{FF2B5EF4-FFF2-40B4-BE49-F238E27FC236}">
                <a16:creationId xmlns:a16="http://schemas.microsoft.com/office/drawing/2014/main" id="{9427DC93-5BF4-7903-E1EC-B198D9BB46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1912" y="1235228"/>
            <a:ext cx="1589485" cy="1589485"/>
          </a:xfrm>
          <a:prstGeom prst="rect">
            <a:avLst/>
          </a:prstGeom>
          <a:noFill/>
          <a:extLst>
            <a:ext uri="{909E8E84-426E-40DD-AFC4-6F175D3DCCD1}">
              <a14:hiddenFill xmlns:a14="http://schemas.microsoft.com/office/drawing/2010/main">
                <a:solidFill>
                  <a:srgbClr val="FFFFFF"/>
                </a:solidFill>
              </a14:hiddenFill>
            </a:ext>
          </a:extLst>
        </p:spPr>
      </p:pic>
      <p:pic>
        <p:nvPicPr>
          <p:cNvPr id="9" name="Imagen 8">
            <a:extLst>
              <a:ext uri="{FF2B5EF4-FFF2-40B4-BE49-F238E27FC236}">
                <a16:creationId xmlns:a16="http://schemas.microsoft.com/office/drawing/2014/main" id="{F9615228-36F5-36B9-8754-03E0B8B258BE}"/>
              </a:ext>
            </a:extLst>
          </p:cNvPr>
          <p:cNvPicPr>
            <a:picLocks noChangeAspect="1"/>
          </p:cNvPicPr>
          <p:nvPr/>
        </p:nvPicPr>
        <p:blipFill>
          <a:blip r:embed="rId8"/>
          <a:stretch>
            <a:fillRect/>
          </a:stretch>
        </p:blipFill>
        <p:spPr>
          <a:xfrm>
            <a:off x="9799151" y="2807822"/>
            <a:ext cx="1303315" cy="867297"/>
          </a:xfrm>
          <a:prstGeom prst="rect">
            <a:avLst/>
          </a:prstGeom>
        </p:spPr>
      </p:pic>
      <p:pic>
        <p:nvPicPr>
          <p:cNvPr id="11" name="Imagen 10">
            <a:extLst>
              <a:ext uri="{FF2B5EF4-FFF2-40B4-BE49-F238E27FC236}">
                <a16:creationId xmlns:a16="http://schemas.microsoft.com/office/drawing/2014/main" id="{49048725-4A81-77A0-E174-BA2A3E4D669B}"/>
              </a:ext>
            </a:extLst>
          </p:cNvPr>
          <p:cNvPicPr>
            <a:picLocks noChangeAspect="1"/>
          </p:cNvPicPr>
          <p:nvPr/>
        </p:nvPicPr>
        <p:blipFill>
          <a:blip r:embed="rId9"/>
          <a:stretch>
            <a:fillRect/>
          </a:stretch>
        </p:blipFill>
        <p:spPr>
          <a:xfrm>
            <a:off x="3474093" y="2094333"/>
            <a:ext cx="778581" cy="778581"/>
          </a:xfrm>
          <a:prstGeom prst="rect">
            <a:avLst/>
          </a:prstGeom>
        </p:spPr>
      </p:pic>
      <p:sp>
        <p:nvSpPr>
          <p:cNvPr id="12" name="CuadroTexto 11">
            <a:extLst>
              <a:ext uri="{FF2B5EF4-FFF2-40B4-BE49-F238E27FC236}">
                <a16:creationId xmlns:a16="http://schemas.microsoft.com/office/drawing/2014/main" id="{69BDD655-8F92-E5D5-ED1B-DF8E1DC383B5}"/>
              </a:ext>
            </a:extLst>
          </p:cNvPr>
          <p:cNvSpPr txBox="1"/>
          <p:nvPr/>
        </p:nvSpPr>
        <p:spPr>
          <a:xfrm>
            <a:off x="2995170" y="1652050"/>
            <a:ext cx="1988896" cy="338554"/>
          </a:xfrm>
          <a:prstGeom prst="rect">
            <a:avLst/>
          </a:prstGeom>
          <a:noFill/>
        </p:spPr>
        <p:txBody>
          <a:bodyPr wrap="square" rtlCol="0">
            <a:spAutoFit/>
          </a:bodyPr>
          <a:lstStyle/>
          <a:p>
            <a:r>
              <a:rPr lang="es-CL" sz="1600" dirty="0"/>
              <a:t>Síntomas guías GES</a:t>
            </a:r>
          </a:p>
        </p:txBody>
      </p:sp>
      <p:sp>
        <p:nvSpPr>
          <p:cNvPr id="16" name="Rectángulo 15">
            <a:extLst>
              <a:ext uri="{FF2B5EF4-FFF2-40B4-BE49-F238E27FC236}">
                <a16:creationId xmlns:a16="http://schemas.microsoft.com/office/drawing/2014/main" id="{B2FFCCBE-DBAA-AEF1-FA41-1312367712DA}"/>
              </a:ext>
            </a:extLst>
          </p:cNvPr>
          <p:cNvSpPr/>
          <p:nvPr/>
        </p:nvSpPr>
        <p:spPr>
          <a:xfrm>
            <a:off x="2465852" y="3171823"/>
            <a:ext cx="6760700" cy="957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7" name="Elipse 16">
            <a:extLst>
              <a:ext uri="{FF2B5EF4-FFF2-40B4-BE49-F238E27FC236}">
                <a16:creationId xmlns:a16="http://schemas.microsoft.com/office/drawing/2014/main" id="{A83F6AAD-E71D-1CEB-35C9-D87C7E025F15}"/>
              </a:ext>
            </a:extLst>
          </p:cNvPr>
          <p:cNvSpPr/>
          <p:nvPr/>
        </p:nvSpPr>
        <p:spPr>
          <a:xfrm>
            <a:off x="3756128" y="3104355"/>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9" name="Elipse 18">
            <a:extLst>
              <a:ext uri="{FF2B5EF4-FFF2-40B4-BE49-F238E27FC236}">
                <a16:creationId xmlns:a16="http://schemas.microsoft.com/office/drawing/2014/main" id="{EBBB1A4F-6380-8DA0-F533-A8D139F3DAFF}"/>
              </a:ext>
            </a:extLst>
          </p:cNvPr>
          <p:cNvSpPr/>
          <p:nvPr/>
        </p:nvSpPr>
        <p:spPr>
          <a:xfrm>
            <a:off x="7919910" y="3104354"/>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 name="CuadroTexto 19">
            <a:extLst>
              <a:ext uri="{FF2B5EF4-FFF2-40B4-BE49-F238E27FC236}">
                <a16:creationId xmlns:a16="http://schemas.microsoft.com/office/drawing/2014/main" id="{1CF88EAF-ED9F-33B4-0A61-2F8A5A6E921C}"/>
              </a:ext>
            </a:extLst>
          </p:cNvPr>
          <p:cNvSpPr txBox="1"/>
          <p:nvPr/>
        </p:nvSpPr>
        <p:spPr>
          <a:xfrm>
            <a:off x="6843268" y="5187014"/>
            <a:ext cx="2838598" cy="923330"/>
          </a:xfrm>
          <a:prstGeom prst="rect">
            <a:avLst/>
          </a:prstGeom>
          <a:noFill/>
        </p:spPr>
        <p:txBody>
          <a:bodyPr wrap="none" rtlCol="0">
            <a:spAutoFit/>
          </a:bodyPr>
          <a:lstStyle/>
          <a:p>
            <a:pPr marL="285750" indent="-285750">
              <a:buFont typeface="Arial" panose="020B0604020202020204" pitchFamily="34" charset="0"/>
              <a:buChar char="•"/>
            </a:pPr>
            <a:r>
              <a:rPr lang="es-CL" dirty="0"/>
              <a:t>Procedimientos costosos</a:t>
            </a:r>
          </a:p>
          <a:p>
            <a:pPr marL="285750" indent="-285750">
              <a:buFont typeface="Arial" panose="020B0604020202020204" pitchFamily="34" charset="0"/>
              <a:buChar char="•"/>
            </a:pPr>
            <a:r>
              <a:rPr lang="es-CL" dirty="0"/>
              <a:t>Capacidad limitada</a:t>
            </a:r>
          </a:p>
          <a:p>
            <a:pPr marL="285750" indent="-285750">
              <a:buFont typeface="Arial" panose="020B0604020202020204" pitchFamily="34" charset="0"/>
              <a:buChar char="•"/>
            </a:pPr>
            <a:r>
              <a:rPr lang="es-CL" dirty="0"/>
              <a:t>Optimización de recursos</a:t>
            </a:r>
          </a:p>
        </p:txBody>
      </p:sp>
      <p:pic>
        <p:nvPicPr>
          <p:cNvPr id="3082" name="Picture 10" descr="241.900+ Concentracion Ilustraciones de Stock, gráficos vectoriales libres  de derechos y clip art - iStock | Pensar, Cerebro, Atencion">
            <a:extLst>
              <a:ext uri="{FF2B5EF4-FFF2-40B4-BE49-F238E27FC236}">
                <a16:creationId xmlns:a16="http://schemas.microsoft.com/office/drawing/2014/main" id="{074F7BDE-1B82-3C76-BC01-541A44900C5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450700" y="4230407"/>
            <a:ext cx="844346" cy="844346"/>
          </a:xfrm>
          <a:prstGeom prst="rect">
            <a:avLst/>
          </a:prstGeom>
          <a:noFill/>
          <a:extLst>
            <a:ext uri="{909E8E84-426E-40DD-AFC4-6F175D3DCCD1}">
              <a14:hiddenFill xmlns:a14="http://schemas.microsoft.com/office/drawing/2010/main">
                <a:solidFill>
                  <a:srgbClr val="FFFFFF"/>
                </a:solidFill>
              </a14:hiddenFill>
            </a:ext>
          </a:extLst>
        </p:spPr>
      </p:pic>
      <p:sp>
        <p:nvSpPr>
          <p:cNvPr id="21" name="CuadroTexto 20">
            <a:extLst>
              <a:ext uri="{FF2B5EF4-FFF2-40B4-BE49-F238E27FC236}">
                <a16:creationId xmlns:a16="http://schemas.microsoft.com/office/drawing/2014/main" id="{8833623F-1898-DED9-00F6-BA92D018E6E9}"/>
              </a:ext>
            </a:extLst>
          </p:cNvPr>
          <p:cNvSpPr txBox="1"/>
          <p:nvPr/>
        </p:nvSpPr>
        <p:spPr>
          <a:xfrm>
            <a:off x="3367596" y="4996439"/>
            <a:ext cx="1244044" cy="584775"/>
          </a:xfrm>
          <a:prstGeom prst="rect">
            <a:avLst/>
          </a:prstGeom>
          <a:noFill/>
        </p:spPr>
        <p:txBody>
          <a:bodyPr wrap="square" rtlCol="0">
            <a:spAutoFit/>
          </a:bodyPr>
          <a:lstStyle/>
          <a:p>
            <a:r>
              <a:rPr lang="es-CL" sz="1600" dirty="0"/>
              <a:t>Dificultad </a:t>
            </a:r>
          </a:p>
          <a:p>
            <a:r>
              <a:rPr lang="es-CL" sz="1600" dirty="0"/>
              <a:t>Priorización</a:t>
            </a:r>
          </a:p>
        </p:txBody>
      </p:sp>
      <p:sp>
        <p:nvSpPr>
          <p:cNvPr id="23" name="CuadroTexto 22">
            <a:extLst>
              <a:ext uri="{FF2B5EF4-FFF2-40B4-BE49-F238E27FC236}">
                <a16:creationId xmlns:a16="http://schemas.microsoft.com/office/drawing/2014/main" id="{8254A347-97F3-9EE5-85BD-DD5231AE1997}"/>
              </a:ext>
            </a:extLst>
          </p:cNvPr>
          <p:cNvSpPr txBox="1"/>
          <p:nvPr/>
        </p:nvSpPr>
        <p:spPr>
          <a:xfrm>
            <a:off x="9862055" y="2486159"/>
            <a:ext cx="1227188" cy="338554"/>
          </a:xfrm>
          <a:prstGeom prst="rect">
            <a:avLst/>
          </a:prstGeom>
          <a:noFill/>
        </p:spPr>
        <p:txBody>
          <a:bodyPr wrap="square" rtlCol="0">
            <a:spAutoFit/>
          </a:bodyPr>
          <a:lstStyle/>
          <a:p>
            <a:r>
              <a:rPr lang="es-CL" sz="1600" dirty="0"/>
              <a:t>CRC Positivo</a:t>
            </a:r>
          </a:p>
        </p:txBody>
      </p:sp>
      <p:sp>
        <p:nvSpPr>
          <p:cNvPr id="24" name="CuadroTexto 23">
            <a:extLst>
              <a:ext uri="{FF2B5EF4-FFF2-40B4-BE49-F238E27FC236}">
                <a16:creationId xmlns:a16="http://schemas.microsoft.com/office/drawing/2014/main" id="{4A329C57-94B6-359B-18F7-66DD60FD9652}"/>
              </a:ext>
            </a:extLst>
          </p:cNvPr>
          <p:cNvSpPr txBox="1"/>
          <p:nvPr/>
        </p:nvSpPr>
        <p:spPr>
          <a:xfrm>
            <a:off x="10174373" y="3697490"/>
            <a:ext cx="721091" cy="400110"/>
          </a:xfrm>
          <a:prstGeom prst="rect">
            <a:avLst/>
          </a:prstGeom>
          <a:noFill/>
        </p:spPr>
        <p:txBody>
          <a:bodyPr wrap="square" rtlCol="0">
            <a:spAutoFit/>
          </a:bodyPr>
          <a:lstStyle/>
          <a:p>
            <a:r>
              <a:rPr lang="es-CL" sz="2000" b="1" dirty="0">
                <a:solidFill>
                  <a:srgbClr val="00B050"/>
                </a:solidFill>
              </a:rPr>
              <a:t>13 %</a:t>
            </a:r>
          </a:p>
        </p:txBody>
      </p:sp>
      <p:sp>
        <p:nvSpPr>
          <p:cNvPr id="25" name="CuadroTexto 24">
            <a:extLst>
              <a:ext uri="{FF2B5EF4-FFF2-40B4-BE49-F238E27FC236}">
                <a16:creationId xmlns:a16="http://schemas.microsoft.com/office/drawing/2014/main" id="{6BCA16C8-E72F-3AAB-2899-9DCF0D2114D8}"/>
              </a:ext>
            </a:extLst>
          </p:cNvPr>
          <p:cNvSpPr txBox="1"/>
          <p:nvPr/>
        </p:nvSpPr>
        <p:spPr>
          <a:xfrm>
            <a:off x="7712278" y="4263044"/>
            <a:ext cx="1796644" cy="707886"/>
          </a:xfrm>
          <a:prstGeom prst="rect">
            <a:avLst/>
          </a:prstGeom>
          <a:noFill/>
        </p:spPr>
        <p:txBody>
          <a:bodyPr wrap="square" rtlCol="0">
            <a:spAutoFit/>
          </a:bodyPr>
          <a:lstStyle/>
          <a:p>
            <a:r>
              <a:rPr lang="es-CL" sz="2000" b="1" dirty="0">
                <a:solidFill>
                  <a:srgbClr val="FF0000"/>
                </a:solidFill>
              </a:rPr>
              <a:t>87 %</a:t>
            </a:r>
          </a:p>
          <a:p>
            <a:r>
              <a:rPr lang="es-CL" sz="2000" b="1" dirty="0">
                <a:solidFill>
                  <a:srgbClr val="FF0000"/>
                </a:solidFill>
              </a:rPr>
              <a:t>Negativos</a:t>
            </a:r>
          </a:p>
        </p:txBody>
      </p:sp>
    </p:spTree>
    <p:extLst>
      <p:ext uri="{BB962C8B-B14F-4D97-AF65-F5344CB8AC3E}">
        <p14:creationId xmlns:p14="http://schemas.microsoft.com/office/powerpoint/2010/main" val="2222251790"/>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88020-872D-014F-9DDB-4E0F5987E51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72B1977A-7BB8-905C-9A9C-E8531ED74FC8}"/>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C4570E88-1B58-A18F-E5CB-47E04C616B5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56EB1F7-A4D0-6E4A-8CA8-FE11E859CDC7}"/>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EE59AE2-36F3-541F-7DB1-2C2CFA29EFBC}"/>
              </a:ext>
            </a:extLst>
          </p:cNvPr>
          <p:cNvSpPr>
            <a:spLocks noGrp="1"/>
          </p:cNvSpPr>
          <p:nvPr>
            <p:ph type="sldNum" sz="quarter" idx="12"/>
          </p:nvPr>
        </p:nvSpPr>
        <p:spPr/>
        <p:txBody>
          <a:bodyPr/>
          <a:lstStyle/>
          <a:p>
            <a:fld id="{524E32BF-339A-4FD7-AF2D-884DBB49ECE9}" type="slidenum">
              <a:rPr lang="es-CL" smtClean="0"/>
              <a:t>6</a:t>
            </a:fld>
            <a:endParaRPr lang="es-CL"/>
          </a:p>
        </p:txBody>
      </p:sp>
      <p:sp>
        <p:nvSpPr>
          <p:cNvPr id="3" name="Marcador de pie de página 2">
            <a:extLst>
              <a:ext uri="{FF2B5EF4-FFF2-40B4-BE49-F238E27FC236}">
                <a16:creationId xmlns:a16="http://schemas.microsoft.com/office/drawing/2014/main" id="{DD152E6C-2F8E-6EFF-F171-C6E9A3AD32B5}"/>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2543D767-9117-EE4A-4913-538A9E5A55FD}"/>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Metodología y Técnicas de Ciencia de Datos empleadas</a:t>
            </a:r>
            <a:endParaRPr lang="es-CL" dirty="0"/>
          </a:p>
        </p:txBody>
      </p:sp>
      <p:sp>
        <p:nvSpPr>
          <p:cNvPr id="11" name="Rectángulo: esquinas redondeadas 10">
            <a:extLst>
              <a:ext uri="{FF2B5EF4-FFF2-40B4-BE49-F238E27FC236}">
                <a16:creationId xmlns:a16="http://schemas.microsoft.com/office/drawing/2014/main" id="{A570DAA1-748A-203F-DCFA-9C84D2E657E2}"/>
              </a:ext>
            </a:extLst>
          </p:cNvPr>
          <p:cNvSpPr/>
          <p:nvPr/>
        </p:nvSpPr>
        <p:spPr>
          <a:xfrm>
            <a:off x="891540" y="2042820"/>
            <a:ext cx="1874520"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Universo de pacientes:</a:t>
            </a:r>
          </a:p>
          <a:p>
            <a:pPr algn="ctr"/>
            <a:r>
              <a:rPr lang="es-CL" dirty="0"/>
              <a:t>1099</a:t>
            </a:r>
          </a:p>
        </p:txBody>
      </p:sp>
      <p:sp>
        <p:nvSpPr>
          <p:cNvPr id="12" name="Rectángulo: esquinas redondeadas 11">
            <a:extLst>
              <a:ext uri="{FF2B5EF4-FFF2-40B4-BE49-F238E27FC236}">
                <a16:creationId xmlns:a16="http://schemas.microsoft.com/office/drawing/2014/main" id="{8B45FF81-8FF2-D8CC-B1D3-D54E3C8F8A3B}"/>
              </a:ext>
            </a:extLst>
          </p:cNvPr>
          <p:cNvSpPr/>
          <p:nvPr/>
        </p:nvSpPr>
        <p:spPr>
          <a:xfrm>
            <a:off x="2979420" y="2042820"/>
            <a:ext cx="1874520"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Variables evaluadas:</a:t>
            </a:r>
          </a:p>
          <a:p>
            <a:pPr algn="ctr"/>
            <a:r>
              <a:rPr lang="es-CL" dirty="0"/>
              <a:t>16</a:t>
            </a:r>
          </a:p>
        </p:txBody>
      </p:sp>
      <p:sp>
        <p:nvSpPr>
          <p:cNvPr id="13" name="Rectángulo: esquinas redondeadas 12">
            <a:extLst>
              <a:ext uri="{FF2B5EF4-FFF2-40B4-BE49-F238E27FC236}">
                <a16:creationId xmlns:a16="http://schemas.microsoft.com/office/drawing/2014/main" id="{0B4B9639-889B-D790-CAE5-EBF8F6DBB920}"/>
              </a:ext>
            </a:extLst>
          </p:cNvPr>
          <p:cNvSpPr/>
          <p:nvPr/>
        </p:nvSpPr>
        <p:spPr>
          <a:xfrm>
            <a:off x="5067300" y="2042820"/>
            <a:ext cx="2922262"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Periodo del estudio:</a:t>
            </a:r>
          </a:p>
          <a:p>
            <a:pPr algn="ctr"/>
            <a:r>
              <a:rPr lang="es-CL" dirty="0"/>
              <a:t>Julio 2016 – diciembre 2021</a:t>
            </a:r>
          </a:p>
        </p:txBody>
      </p:sp>
      <p:sp>
        <p:nvSpPr>
          <p:cNvPr id="14" name="Rectángulo: esquinas redondeadas 13">
            <a:extLst>
              <a:ext uri="{FF2B5EF4-FFF2-40B4-BE49-F238E27FC236}">
                <a16:creationId xmlns:a16="http://schemas.microsoft.com/office/drawing/2014/main" id="{399B3ABF-B997-02D2-70A7-3B14265808E2}"/>
              </a:ext>
            </a:extLst>
          </p:cNvPr>
          <p:cNvSpPr/>
          <p:nvPr/>
        </p:nvSpPr>
        <p:spPr>
          <a:xfrm>
            <a:off x="826304" y="4324431"/>
            <a:ext cx="3090376"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Técnica apropiada para variable dependiente binaria (tiene / no tiene CRC).</a:t>
            </a:r>
          </a:p>
        </p:txBody>
      </p:sp>
      <p:sp>
        <p:nvSpPr>
          <p:cNvPr id="15" name="Rectángulo: esquinas redondeadas 14">
            <a:extLst>
              <a:ext uri="{FF2B5EF4-FFF2-40B4-BE49-F238E27FC236}">
                <a16:creationId xmlns:a16="http://schemas.microsoft.com/office/drawing/2014/main" id="{5BBCAD1F-AEA8-5BFE-634A-AADB023A5811}"/>
              </a:ext>
            </a:extLst>
          </p:cNvPr>
          <p:cNvSpPr/>
          <p:nvPr/>
        </p:nvSpPr>
        <p:spPr>
          <a:xfrm>
            <a:off x="4171484" y="4324431"/>
            <a:ext cx="3090376"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Ampliamente aceptada en investigación médica.</a:t>
            </a:r>
          </a:p>
        </p:txBody>
      </p:sp>
      <p:sp>
        <p:nvSpPr>
          <p:cNvPr id="16" name="Rectángulo: esquinas redondeadas 15">
            <a:extLst>
              <a:ext uri="{FF2B5EF4-FFF2-40B4-BE49-F238E27FC236}">
                <a16:creationId xmlns:a16="http://schemas.microsoft.com/office/drawing/2014/main" id="{CDF73814-D8EA-DD98-0075-087D35082067}"/>
              </a:ext>
            </a:extLst>
          </p:cNvPr>
          <p:cNvSpPr/>
          <p:nvPr/>
        </p:nvSpPr>
        <p:spPr>
          <a:xfrm>
            <a:off x="7516664" y="4324431"/>
            <a:ext cx="3090376"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Permite incorporar múltiples predictores simultáneamente. </a:t>
            </a:r>
          </a:p>
        </p:txBody>
      </p:sp>
      <p:sp>
        <p:nvSpPr>
          <p:cNvPr id="17" name="Rectángulo: esquinas redondeadas 16">
            <a:extLst>
              <a:ext uri="{FF2B5EF4-FFF2-40B4-BE49-F238E27FC236}">
                <a16:creationId xmlns:a16="http://schemas.microsoft.com/office/drawing/2014/main" id="{CC7B4C91-C7E6-3250-39C4-20204079BEF4}"/>
              </a:ext>
            </a:extLst>
          </p:cNvPr>
          <p:cNvSpPr/>
          <p:nvPr/>
        </p:nvSpPr>
        <p:spPr>
          <a:xfrm>
            <a:off x="891540" y="140580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Metodología : Estudio retrospectivo analítico</a:t>
            </a:r>
          </a:p>
        </p:txBody>
      </p:sp>
      <p:sp>
        <p:nvSpPr>
          <p:cNvPr id="18" name="Rectángulo: esquinas redondeadas 17">
            <a:extLst>
              <a:ext uri="{FF2B5EF4-FFF2-40B4-BE49-F238E27FC236}">
                <a16:creationId xmlns:a16="http://schemas.microsoft.com/office/drawing/2014/main" id="{9B22D362-76F8-7B98-563F-89F646C6133B}"/>
              </a:ext>
            </a:extLst>
          </p:cNvPr>
          <p:cNvSpPr/>
          <p:nvPr/>
        </p:nvSpPr>
        <p:spPr>
          <a:xfrm>
            <a:off x="853440" y="369729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Técnica principal: regresión logística binaria</a:t>
            </a:r>
          </a:p>
        </p:txBody>
      </p:sp>
      <p:sp>
        <p:nvSpPr>
          <p:cNvPr id="19" name="Rectángulo: esquinas redondeadas 18">
            <a:extLst>
              <a:ext uri="{FF2B5EF4-FFF2-40B4-BE49-F238E27FC236}">
                <a16:creationId xmlns:a16="http://schemas.microsoft.com/office/drawing/2014/main" id="{5F3DF9B6-E220-D538-01F2-79E70060177F}"/>
              </a:ext>
            </a:extLst>
          </p:cNvPr>
          <p:cNvSpPr/>
          <p:nvPr/>
        </p:nvSpPr>
        <p:spPr>
          <a:xfrm>
            <a:off x="8202922" y="2041969"/>
            <a:ext cx="2922262"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Lugar :</a:t>
            </a:r>
          </a:p>
          <a:p>
            <a:pPr algn="ctr"/>
            <a:r>
              <a:rPr lang="es-CL" dirty="0"/>
              <a:t>Hospital Guillermo Grant Benavente de Concepción</a:t>
            </a:r>
          </a:p>
        </p:txBody>
      </p:sp>
    </p:spTree>
    <p:extLst>
      <p:ext uri="{BB962C8B-B14F-4D97-AF65-F5344CB8AC3E}">
        <p14:creationId xmlns:p14="http://schemas.microsoft.com/office/powerpoint/2010/main" val="413501752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4C326-5BAD-E137-B397-2BA901D442A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24F4021C-B124-16B9-96E8-5C4DB391781B}"/>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F6759DE-8DFE-B05E-E4F8-02EE6BAD899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B01B6E3-3934-114A-B593-0D9850B5F6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A50DACF-5B7F-C13A-2CB6-CCE60D2C15C8}"/>
              </a:ext>
            </a:extLst>
          </p:cNvPr>
          <p:cNvSpPr>
            <a:spLocks noGrp="1"/>
          </p:cNvSpPr>
          <p:nvPr>
            <p:ph type="sldNum" sz="quarter" idx="12"/>
          </p:nvPr>
        </p:nvSpPr>
        <p:spPr/>
        <p:txBody>
          <a:bodyPr/>
          <a:lstStyle/>
          <a:p>
            <a:fld id="{524E32BF-339A-4FD7-AF2D-884DBB49ECE9}" type="slidenum">
              <a:rPr lang="es-CL" smtClean="0"/>
              <a:t>7</a:t>
            </a:fld>
            <a:endParaRPr lang="es-CL"/>
          </a:p>
        </p:txBody>
      </p:sp>
      <p:sp>
        <p:nvSpPr>
          <p:cNvPr id="3" name="Marcador de pie de página 2">
            <a:extLst>
              <a:ext uri="{FF2B5EF4-FFF2-40B4-BE49-F238E27FC236}">
                <a16:creationId xmlns:a16="http://schemas.microsoft.com/office/drawing/2014/main" id="{465530DE-3116-79C6-B691-D9C7DEB668DF}"/>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77F95AE7-6774-11E2-812B-915F477C8234}"/>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Tree>
    <p:extLst>
      <p:ext uri="{BB962C8B-B14F-4D97-AF65-F5344CB8AC3E}">
        <p14:creationId xmlns:p14="http://schemas.microsoft.com/office/powerpoint/2010/main" val="40701672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EDBC9-07D1-65AE-6305-AB41F2184811}"/>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89B7361-6373-9A20-F5EA-877B15A05637}"/>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7D8D3BB-0D8A-F53B-17BF-6ED5312E63E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5F98346F-04AB-E3E4-1BDD-6316E957DC34}"/>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B72E4E9-ABC5-03BA-03B8-2F864B39B277}"/>
              </a:ext>
            </a:extLst>
          </p:cNvPr>
          <p:cNvSpPr>
            <a:spLocks noGrp="1"/>
          </p:cNvSpPr>
          <p:nvPr>
            <p:ph type="sldNum" sz="quarter" idx="12"/>
          </p:nvPr>
        </p:nvSpPr>
        <p:spPr/>
        <p:txBody>
          <a:bodyPr/>
          <a:lstStyle/>
          <a:p>
            <a:fld id="{524E32BF-339A-4FD7-AF2D-884DBB49ECE9}" type="slidenum">
              <a:rPr lang="es-CL" smtClean="0"/>
              <a:t>8</a:t>
            </a:fld>
            <a:endParaRPr lang="es-CL"/>
          </a:p>
        </p:txBody>
      </p:sp>
      <p:sp>
        <p:nvSpPr>
          <p:cNvPr id="3" name="Marcador de pie de página 2">
            <a:extLst>
              <a:ext uri="{FF2B5EF4-FFF2-40B4-BE49-F238E27FC236}">
                <a16:creationId xmlns:a16="http://schemas.microsoft.com/office/drawing/2014/main" id="{22FC10B5-BE86-9F17-1079-3243E2EA57BA}"/>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E55C9952-5A1C-6D6F-9BD4-44416719D6CF}"/>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Tree>
    <p:extLst>
      <p:ext uri="{BB962C8B-B14F-4D97-AF65-F5344CB8AC3E}">
        <p14:creationId xmlns:p14="http://schemas.microsoft.com/office/powerpoint/2010/main" val="13842986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75452-9667-CFC6-2BDC-4D8DB48183EE}"/>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A72860F6-8F49-B9CF-90E0-C3DCEF1F7411}"/>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5F943F34-D307-43A6-8D9D-9285E9D858C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4011ED84-78E9-B75A-BAD8-F49373BE457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850AE25-BDF3-0776-4216-2836254BE891}"/>
              </a:ext>
            </a:extLst>
          </p:cNvPr>
          <p:cNvSpPr>
            <a:spLocks noGrp="1"/>
          </p:cNvSpPr>
          <p:nvPr>
            <p:ph type="sldNum" sz="quarter" idx="12"/>
          </p:nvPr>
        </p:nvSpPr>
        <p:spPr/>
        <p:txBody>
          <a:bodyPr/>
          <a:lstStyle/>
          <a:p>
            <a:fld id="{524E32BF-339A-4FD7-AF2D-884DBB49ECE9}" type="slidenum">
              <a:rPr lang="es-CL" smtClean="0"/>
              <a:t>9</a:t>
            </a:fld>
            <a:endParaRPr lang="es-CL"/>
          </a:p>
        </p:txBody>
      </p:sp>
      <p:sp>
        <p:nvSpPr>
          <p:cNvPr id="3" name="Marcador de pie de página 2">
            <a:extLst>
              <a:ext uri="{FF2B5EF4-FFF2-40B4-BE49-F238E27FC236}">
                <a16:creationId xmlns:a16="http://schemas.microsoft.com/office/drawing/2014/main" id="{86BB1B79-AC8D-B0D2-0049-F3849BA93E7A}"/>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92DA161D-E8D3-39B4-0F71-551A07A93FC7}"/>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Tree>
    <p:extLst>
      <p:ext uri="{BB962C8B-B14F-4D97-AF65-F5344CB8AC3E}">
        <p14:creationId xmlns:p14="http://schemas.microsoft.com/office/powerpoint/2010/main" val="3941297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0ECAE-8B0E-B9B8-AB2F-070B72DDF8A7}"/>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96B3AE9A-74BA-0929-1374-BAD67158FA15}"/>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DA21A1F5-E95B-F34D-3C1B-4FFBC22DF70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7144467-2537-506E-0D59-2C00B7E29882}"/>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778A609E-A0A9-1CE0-D22E-76C89F0D920B}"/>
              </a:ext>
            </a:extLst>
          </p:cNvPr>
          <p:cNvSpPr>
            <a:spLocks noGrp="1"/>
          </p:cNvSpPr>
          <p:nvPr>
            <p:ph type="sldNum" sz="quarter" idx="12"/>
          </p:nvPr>
        </p:nvSpPr>
        <p:spPr/>
        <p:txBody>
          <a:bodyPr/>
          <a:lstStyle/>
          <a:p>
            <a:fld id="{524E32BF-339A-4FD7-AF2D-884DBB49ECE9}" type="slidenum">
              <a:rPr lang="es-CL" smtClean="0"/>
              <a:t>10</a:t>
            </a:fld>
            <a:endParaRPr lang="es-CL"/>
          </a:p>
        </p:txBody>
      </p:sp>
      <p:sp>
        <p:nvSpPr>
          <p:cNvPr id="3" name="Marcador de pie de página 2">
            <a:extLst>
              <a:ext uri="{FF2B5EF4-FFF2-40B4-BE49-F238E27FC236}">
                <a16:creationId xmlns:a16="http://schemas.microsoft.com/office/drawing/2014/main" id="{3B03231E-2DB4-4126-272E-F76B10DD5C56}"/>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CAE6FCF5-D9E5-A192-70CF-BE671E105289}"/>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Discusión</a:t>
            </a:r>
            <a:endParaRPr lang="es-CL" dirty="0"/>
          </a:p>
        </p:txBody>
      </p:sp>
    </p:spTree>
    <p:extLst>
      <p:ext uri="{BB962C8B-B14F-4D97-AF65-F5344CB8AC3E}">
        <p14:creationId xmlns:p14="http://schemas.microsoft.com/office/powerpoint/2010/main" val="12528441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6B886-7913-F681-F891-EBDA8770359B}"/>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EAEEF631-E86A-B4B2-D1E8-830B63550960}"/>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DF93391-DFE5-49DE-96C8-FB78C93D586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9D10EDE-7158-06CF-69AC-A5033867964B}"/>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1EC93B85-3516-03BF-46C0-E85F49B7CB05}"/>
              </a:ext>
            </a:extLst>
          </p:cNvPr>
          <p:cNvSpPr>
            <a:spLocks noGrp="1"/>
          </p:cNvSpPr>
          <p:nvPr>
            <p:ph type="sldNum" sz="quarter" idx="12"/>
          </p:nvPr>
        </p:nvSpPr>
        <p:spPr/>
        <p:txBody>
          <a:bodyPr/>
          <a:lstStyle/>
          <a:p>
            <a:fld id="{524E32BF-339A-4FD7-AF2D-884DBB49ECE9}" type="slidenum">
              <a:rPr lang="es-CL" smtClean="0"/>
              <a:t>11</a:t>
            </a:fld>
            <a:endParaRPr lang="es-CL"/>
          </a:p>
        </p:txBody>
      </p:sp>
      <p:sp>
        <p:nvSpPr>
          <p:cNvPr id="3" name="Marcador de pie de página 2">
            <a:extLst>
              <a:ext uri="{FF2B5EF4-FFF2-40B4-BE49-F238E27FC236}">
                <a16:creationId xmlns:a16="http://schemas.microsoft.com/office/drawing/2014/main" id="{D7398933-09CC-F401-BC7A-5E6EDBE65D2B}"/>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668A19C4-984F-B0B8-56C0-297A8C142A40}"/>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Conclusiones</a:t>
            </a:r>
            <a:endParaRPr lang="es-CL" dirty="0"/>
          </a:p>
        </p:txBody>
      </p:sp>
    </p:spTree>
    <p:extLst>
      <p:ext uri="{BB962C8B-B14F-4D97-AF65-F5344CB8AC3E}">
        <p14:creationId xmlns:p14="http://schemas.microsoft.com/office/powerpoint/2010/main" val="11203606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9EE20-6FAA-A18E-D041-306889C4184A}"/>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F205B91C-0F7D-F077-52FA-812BA9B73CAF}"/>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A6E5C04-85B3-86FE-824E-77FE5226C4C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CBC3C83D-3005-04D9-796B-D9B223C0CF3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ACDA5CB-9DA7-3D8F-AD0E-EBFEA13D4B43}"/>
              </a:ext>
            </a:extLst>
          </p:cNvPr>
          <p:cNvSpPr>
            <a:spLocks noGrp="1"/>
          </p:cNvSpPr>
          <p:nvPr>
            <p:ph type="sldNum" sz="quarter" idx="12"/>
          </p:nvPr>
        </p:nvSpPr>
        <p:spPr/>
        <p:txBody>
          <a:bodyPr/>
          <a:lstStyle/>
          <a:p>
            <a:fld id="{524E32BF-339A-4FD7-AF2D-884DBB49ECE9}" type="slidenum">
              <a:rPr lang="es-CL" smtClean="0"/>
              <a:t>12</a:t>
            </a:fld>
            <a:endParaRPr lang="es-CL"/>
          </a:p>
        </p:txBody>
      </p:sp>
      <p:sp>
        <p:nvSpPr>
          <p:cNvPr id="3" name="Marcador de pie de página 2">
            <a:extLst>
              <a:ext uri="{FF2B5EF4-FFF2-40B4-BE49-F238E27FC236}">
                <a16:creationId xmlns:a16="http://schemas.microsoft.com/office/drawing/2014/main" id="{BA14B671-93E5-76BA-C43F-AFDCCAE83ABA}"/>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C1C81832-D5EE-B9A0-CA2F-95D80AF9ED81}"/>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Referencias Bibliográficas</a:t>
            </a:r>
            <a:endParaRPr lang="es-CL" dirty="0"/>
          </a:p>
        </p:txBody>
      </p:sp>
    </p:spTree>
    <p:extLst>
      <p:ext uri="{BB962C8B-B14F-4D97-AF65-F5344CB8AC3E}">
        <p14:creationId xmlns:p14="http://schemas.microsoft.com/office/powerpoint/2010/main" val="436099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2513E-B576-5E1A-D9D2-4ACA9D95AF7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668AA381-B591-D8B3-F15F-6743B80B9D7A}"/>
              </a:ext>
            </a:extLst>
          </p:cNvPr>
          <p:cNvSpPr/>
          <p:nvPr/>
        </p:nvSpPr>
        <p:spPr>
          <a:xfrm>
            <a:off x="0" y="8253"/>
            <a:ext cx="12206868" cy="626872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8" name="Rectángulo 7">
            <a:extLst>
              <a:ext uri="{FF2B5EF4-FFF2-40B4-BE49-F238E27FC236}">
                <a16:creationId xmlns:a16="http://schemas.microsoft.com/office/drawing/2014/main" id="{87C63F43-C3AC-5F29-BA5B-B4316D2485E9}"/>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CE8764B-3731-B8E9-BC90-407936E5760F}"/>
              </a:ext>
            </a:extLst>
          </p:cNvPr>
          <p:cNvSpPr>
            <a:spLocks noGrp="1"/>
          </p:cNvSpPr>
          <p:nvPr>
            <p:ph type="sldNum" sz="quarter" idx="12"/>
          </p:nvPr>
        </p:nvSpPr>
        <p:spPr/>
        <p:txBody>
          <a:bodyPr/>
          <a:lstStyle/>
          <a:p>
            <a:fld id="{524E32BF-339A-4FD7-AF2D-884DBB49ECE9}" type="slidenum">
              <a:rPr lang="es-CL" smtClean="0"/>
              <a:t>13</a:t>
            </a:fld>
            <a:endParaRPr lang="es-CL"/>
          </a:p>
        </p:txBody>
      </p:sp>
      <p:sp>
        <p:nvSpPr>
          <p:cNvPr id="3" name="Marcador de pie de página 2">
            <a:extLst>
              <a:ext uri="{FF2B5EF4-FFF2-40B4-BE49-F238E27FC236}">
                <a16:creationId xmlns:a16="http://schemas.microsoft.com/office/drawing/2014/main" id="{4611A39E-5860-C782-ACA1-7C6C0613EAE5}"/>
              </a:ext>
            </a:extLst>
          </p:cNvPr>
          <p:cNvSpPr>
            <a:spLocks noGrp="1"/>
          </p:cNvSpPr>
          <p:nvPr>
            <p:ph type="ftr" sz="quarter" idx="11"/>
          </p:nvPr>
        </p:nvSpPr>
        <p:spPr/>
        <p:txBody>
          <a:bodyPr/>
          <a:lstStyle/>
          <a:p>
            <a:r>
              <a:rPr lang="es-MX" dirty="0"/>
              <a:t>MSI600 - INTRODUCCIÓN CIENCIA DE DATOS</a:t>
            </a:r>
            <a:endParaRPr lang="es-CL" dirty="0"/>
          </a:p>
        </p:txBody>
      </p:sp>
      <p:pic>
        <p:nvPicPr>
          <p:cNvPr id="5" name="Imagen 4">
            <a:extLst>
              <a:ext uri="{FF2B5EF4-FFF2-40B4-BE49-F238E27FC236}">
                <a16:creationId xmlns:a16="http://schemas.microsoft.com/office/drawing/2014/main" id="{9746CF45-17FB-C439-9556-AF52C007CA06}"/>
              </a:ext>
            </a:extLst>
          </p:cNvPr>
          <p:cNvPicPr>
            <a:picLocks noChangeAspect="1"/>
          </p:cNvPicPr>
          <p:nvPr/>
        </p:nvPicPr>
        <p:blipFill>
          <a:blip r:embed="rId3"/>
          <a:stretch>
            <a:fillRect/>
          </a:stretch>
        </p:blipFill>
        <p:spPr>
          <a:xfrm>
            <a:off x="5239834" y="2412364"/>
            <a:ext cx="1727200" cy="1460500"/>
          </a:xfrm>
          <a:prstGeom prst="rect">
            <a:avLst/>
          </a:prstGeom>
        </p:spPr>
      </p:pic>
    </p:spTree>
    <p:extLst>
      <p:ext uri="{BB962C8B-B14F-4D97-AF65-F5344CB8AC3E}">
        <p14:creationId xmlns:p14="http://schemas.microsoft.com/office/powerpoint/2010/main" val="2835670095"/>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2784</TotalTime>
  <Words>413</Words>
  <Application>Microsoft Office PowerPoint</Application>
  <PresentationFormat>Panorámica</PresentationFormat>
  <Paragraphs>103</Paragraphs>
  <Slides>13</Slides>
  <Notes>13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13</vt:i4>
      </vt:variant>
    </vt:vector>
  </HeadingPairs>
  <TitlesOfParts>
    <vt:vector size="18" baseType="lpstr">
      <vt:lpstr>Arial</vt:lpstr>
      <vt:lpstr>Calibri</vt:lpstr>
      <vt:lpstr>Calibri Light</vt:lpstr>
      <vt:lpstr>Montserrat</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Robert Aldo Pardo Silva</dc:creator>
  <cp:lastModifiedBy>Eric Silva Latorre</cp:lastModifiedBy>
  <cp:revision>31</cp:revision>
  <dcterms:created xsi:type="dcterms:W3CDTF">2023-10-13T18:05:47Z</dcterms:created>
  <dcterms:modified xsi:type="dcterms:W3CDTF">2025-11-16T00:57:09Z</dcterms:modified>
</cp:coreProperties>
</file>